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10916-236E-49E8-9B2A-99E1F17E9021}" v="3" dt="2026-10-01T17:32:52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Huang" userId="111aba2a75f714b4" providerId="LiveId" clId="{D9612769-B823-4D29-98A9-80E79906DE63}"/>
    <pc:docChg chg="custSel addSld delSld modSld">
      <pc:chgData name="Luis Huang" userId="111aba2a75f714b4" providerId="LiveId" clId="{D9612769-B823-4D29-98A9-80E79906DE63}" dt="2026-10-01T17:42:37.509" v="254" actId="207"/>
      <pc:docMkLst>
        <pc:docMk/>
      </pc:docMkLst>
      <pc:sldChg chg="modSp mod">
        <pc:chgData name="Luis Huang" userId="111aba2a75f714b4" providerId="LiveId" clId="{D9612769-B823-4D29-98A9-80E79906DE63}" dt="2026-10-01T17:23:39.282" v="107" actId="27636"/>
        <pc:sldMkLst>
          <pc:docMk/>
          <pc:sldMk cId="1639069925" sldId="256"/>
        </pc:sldMkLst>
        <pc:spChg chg="mod">
          <ac:chgData name="Luis Huang" userId="111aba2a75f714b4" providerId="LiveId" clId="{D9612769-B823-4D29-98A9-80E79906DE63}" dt="2026-10-01T17:23:39.282" v="107" actId="27636"/>
          <ac:spMkLst>
            <pc:docMk/>
            <pc:sldMk cId="1639069925" sldId="256"/>
            <ac:spMk id="3" creationId="{B5956765-E97F-4AE3-8510-2FDF5EBB9622}"/>
          </ac:spMkLst>
        </pc:spChg>
        <pc:spChg chg="mod">
          <ac:chgData name="Luis Huang" userId="111aba2a75f714b4" providerId="LiveId" clId="{D9612769-B823-4D29-98A9-80E79906DE63}" dt="2026-10-01T17:23:39.282" v="106" actId="27636"/>
          <ac:spMkLst>
            <pc:docMk/>
            <pc:sldMk cId="1639069925" sldId="256"/>
            <ac:spMk id="6" creationId="{91964898-6B5E-40EB-B8AC-76A7C63ADAE9}"/>
          </ac:spMkLst>
        </pc:spChg>
        <pc:spChg chg="mod">
          <ac:chgData name="Luis Huang" userId="111aba2a75f714b4" providerId="LiveId" clId="{D9612769-B823-4D29-98A9-80E79906DE63}" dt="2026-10-01T17:23:39.281" v="105" actId="27636"/>
          <ac:spMkLst>
            <pc:docMk/>
            <pc:sldMk cId="1639069925" sldId="256"/>
            <ac:spMk id="8" creationId="{5187E2E6-7794-403A-ABCB-E48C6A58C1A4}"/>
          </ac:spMkLst>
        </pc:spChg>
        <pc:spChg chg="mod">
          <ac:chgData name="Luis Huang" userId="111aba2a75f714b4" providerId="LiveId" clId="{D9612769-B823-4D29-98A9-80E79906DE63}" dt="2026-10-01T17:23:39.280" v="104" actId="27636"/>
          <ac:spMkLst>
            <pc:docMk/>
            <pc:sldMk cId="1639069925" sldId="256"/>
            <ac:spMk id="12" creationId="{50B32CD8-7775-4D03-9448-21BD5E815366}"/>
          </ac:spMkLst>
        </pc:spChg>
      </pc:sldChg>
      <pc:sldChg chg="addSp delSp modSp mod">
        <pc:chgData name="Luis Huang" userId="111aba2a75f714b4" providerId="LiveId" clId="{D9612769-B823-4D29-98A9-80E79906DE63}" dt="2026-10-01T17:42:06.547" v="252" actId="20577"/>
        <pc:sldMkLst>
          <pc:docMk/>
          <pc:sldMk cId="955931230" sldId="257"/>
        </pc:sldMkLst>
        <pc:spChg chg="mod">
          <ac:chgData name="Luis Huang" userId="111aba2a75f714b4" providerId="LiveId" clId="{D9612769-B823-4D29-98A9-80E79906DE63}" dt="2026-10-01T17:23:39.290" v="112" actId="27636"/>
          <ac:spMkLst>
            <pc:docMk/>
            <pc:sldMk cId="955931230" sldId="257"/>
            <ac:spMk id="4" creationId="{09BB78D8-4B50-4BFB-9DEF-161E2451EA8C}"/>
          </ac:spMkLst>
        </pc:spChg>
        <pc:spChg chg="mod">
          <ac:chgData name="Luis Huang" userId="111aba2a75f714b4" providerId="LiveId" clId="{D9612769-B823-4D29-98A9-80E79906DE63}" dt="2026-10-01T17:32:52.852" v="220" actId="27636"/>
          <ac:spMkLst>
            <pc:docMk/>
            <pc:sldMk cId="955931230" sldId="257"/>
            <ac:spMk id="6" creationId="{E1B3E61D-643E-4E32-A26D-024C8EBC23CD}"/>
          </ac:spMkLst>
        </pc:spChg>
        <pc:spChg chg="mod">
          <ac:chgData name="Luis Huang" userId="111aba2a75f714b4" providerId="LiveId" clId="{D9612769-B823-4D29-98A9-80E79906DE63}" dt="2026-10-01T17:32:52.851" v="219" actId="27636"/>
          <ac:spMkLst>
            <pc:docMk/>
            <pc:sldMk cId="955931230" sldId="257"/>
            <ac:spMk id="7" creationId="{FA4EBA6E-3953-4C0D-B1D6-573F2BB51928}"/>
          </ac:spMkLst>
        </pc:spChg>
        <pc:spChg chg="mod">
          <ac:chgData name="Luis Huang" userId="111aba2a75f714b4" providerId="LiveId" clId="{D9612769-B823-4D29-98A9-80E79906DE63}" dt="2026-10-01T17:41:57.152" v="249" actId="208"/>
          <ac:spMkLst>
            <pc:docMk/>
            <pc:sldMk cId="955931230" sldId="257"/>
            <ac:spMk id="8" creationId="{EBD95D7B-0EAE-B76C-9963-2AF7BDA4CAB0}"/>
          </ac:spMkLst>
        </pc:spChg>
        <pc:spChg chg="del">
          <ac:chgData name="Luis Huang" userId="111aba2a75f714b4" providerId="LiveId" clId="{D9612769-B823-4D29-98A9-80E79906DE63}" dt="2026-10-01T17:32:37.053" v="216" actId="478"/>
          <ac:spMkLst>
            <pc:docMk/>
            <pc:sldMk cId="955931230" sldId="257"/>
            <ac:spMk id="9" creationId="{BCE38B77-F979-4D61-B714-829F889989AE}"/>
          </ac:spMkLst>
        </pc:spChg>
        <pc:spChg chg="del mod">
          <ac:chgData name="Luis Huang" userId="111aba2a75f714b4" providerId="LiveId" clId="{D9612769-B823-4D29-98A9-80E79906DE63}" dt="2026-10-01T17:32:37.053" v="216" actId="478"/>
          <ac:spMkLst>
            <pc:docMk/>
            <pc:sldMk cId="955931230" sldId="257"/>
            <ac:spMk id="10" creationId="{76816131-CAEE-4BF5-988F-EE8B49B91493}"/>
          </ac:spMkLst>
        </pc:spChg>
        <pc:spChg chg="del mod">
          <ac:chgData name="Luis Huang" userId="111aba2a75f714b4" providerId="LiveId" clId="{D9612769-B823-4D29-98A9-80E79906DE63}" dt="2026-10-01T17:32:37.053" v="216" actId="478"/>
          <ac:spMkLst>
            <pc:docMk/>
            <pc:sldMk cId="955931230" sldId="257"/>
            <ac:spMk id="11" creationId="{C202343A-88B5-4679-969E-DB0B68C58492}"/>
          </ac:spMkLst>
        </pc:spChg>
        <pc:spChg chg="del mod">
          <ac:chgData name="Luis Huang" userId="111aba2a75f714b4" providerId="LiveId" clId="{D9612769-B823-4D29-98A9-80E79906DE63}" dt="2026-10-01T17:32:37.053" v="216" actId="478"/>
          <ac:spMkLst>
            <pc:docMk/>
            <pc:sldMk cId="955931230" sldId="257"/>
            <ac:spMk id="12" creationId="{20B6DF97-4D13-4340-A38B-7475AD3283BA}"/>
          </ac:spMkLst>
        </pc:spChg>
        <pc:spChg chg="del mod">
          <ac:chgData name="Luis Huang" userId="111aba2a75f714b4" providerId="LiveId" clId="{D9612769-B823-4D29-98A9-80E79906DE63}" dt="2026-10-01T17:32:37.053" v="216" actId="478"/>
          <ac:spMkLst>
            <pc:docMk/>
            <pc:sldMk cId="955931230" sldId="257"/>
            <ac:spMk id="13" creationId="{088FCF8F-85F6-4F5E-AEF8-25BAC4AA926F}"/>
          </ac:spMkLst>
        </pc:spChg>
        <pc:spChg chg="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16" creationId="{AA00266C-946F-1B62-AC1C-62EC5944A545}"/>
          </ac:spMkLst>
        </pc:spChg>
        <pc:spChg chg="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17" creationId="{79D92A2F-11FB-2DC9-DC80-8C67951907BE}"/>
          </ac:spMkLst>
        </pc:spChg>
        <pc:spChg chg="mod">
          <ac:chgData name="Luis Huang" userId="111aba2a75f714b4" providerId="LiveId" clId="{D9612769-B823-4D29-98A9-80E79906DE63}" dt="2026-10-01T17:41:59.008" v="250" actId="208"/>
          <ac:spMkLst>
            <pc:docMk/>
            <pc:sldMk cId="955931230" sldId="257"/>
            <ac:spMk id="18" creationId="{8E388605-1BFE-4C68-DBAA-14476505DB8F}"/>
          </ac:spMkLst>
        </pc:spChg>
        <pc:spChg chg="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20" creationId="{71E9552E-6258-C366-08A9-D60876DEAD21}"/>
          </ac:spMkLst>
        </pc:spChg>
        <pc:spChg chg="add 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22" creationId="{BCBAA61B-BAD4-04A7-165F-93AB8E6E4AE7}"/>
          </ac:spMkLst>
        </pc:spChg>
        <pc:spChg chg="mod">
          <ac:chgData name="Luis Huang" userId="111aba2a75f714b4" providerId="LiveId" clId="{D9612769-B823-4D29-98A9-80E79906DE63}" dt="2026-10-01T17:42:01.659" v="251" actId="208"/>
          <ac:spMkLst>
            <pc:docMk/>
            <pc:sldMk cId="955931230" sldId="257"/>
            <ac:spMk id="23" creationId="{06524267-77AD-9EFD-937E-D891A7CDEC96}"/>
          </ac:spMkLst>
        </pc:spChg>
        <pc:spChg chg="add mod">
          <ac:chgData name="Luis Huang" userId="111aba2a75f714b4" providerId="LiveId" clId="{D9612769-B823-4D29-98A9-80E79906DE63}" dt="2026-10-01T17:42:06.547" v="252" actId="20577"/>
          <ac:spMkLst>
            <pc:docMk/>
            <pc:sldMk cId="955931230" sldId="257"/>
            <ac:spMk id="24" creationId="{39EC6695-D0A1-D753-E47A-B119B6FF72CA}"/>
          </ac:spMkLst>
        </pc:spChg>
        <pc:spChg chg="add 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26" creationId="{080AC6A7-3052-15F6-CDB6-962E8C41B1D4}"/>
          </ac:spMkLst>
        </pc:spChg>
        <pc:spChg chg="add mod">
          <ac:chgData name="Luis Huang" userId="111aba2a75f714b4" providerId="LiveId" clId="{D9612769-B823-4D29-98A9-80E79906DE63}" dt="2026-10-01T17:41:50.663" v="248" actId="207"/>
          <ac:spMkLst>
            <pc:docMk/>
            <pc:sldMk cId="955931230" sldId="257"/>
            <ac:spMk id="27" creationId="{97E9CADE-9F33-C143-645F-951838B418E5}"/>
          </ac:spMkLst>
        </pc:spChg>
        <pc:spChg chg="add 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29" creationId="{76513910-70B3-0BFC-0FF8-1C4E2F3C5E20}"/>
          </ac:spMkLst>
        </pc:spChg>
        <pc:spChg chg="add 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31" creationId="{AC8CCCC4-6733-F377-BCE2-13E1C3A17D9C}"/>
          </ac:spMkLst>
        </pc:spChg>
        <pc:spChg chg="add 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36" creationId="{BA7E2110-484D-710F-704D-4FE73AC03D46}"/>
          </ac:spMkLst>
        </pc:spChg>
        <pc:spChg chg="add 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44" creationId="{580478ED-8E8F-A549-C39C-B9FBE8905151}"/>
          </ac:spMkLst>
        </pc:spChg>
        <pc:spChg chg="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47" creationId="{B4F056E2-E1D1-B37A-1470-244FEC0F34F6}"/>
          </ac:spMkLst>
        </pc:spChg>
        <pc:spChg chg="add mod">
          <ac:chgData name="Luis Huang" userId="111aba2a75f714b4" providerId="LiveId" clId="{D9612769-B823-4D29-98A9-80E79906DE63}" dt="2026-10-01T17:32:52.745" v="218"/>
          <ac:spMkLst>
            <pc:docMk/>
            <pc:sldMk cId="955931230" sldId="257"/>
            <ac:spMk id="54" creationId="{E9ADB9AE-CA46-9ABE-7242-3B691DCE398E}"/>
          </ac:spMkLst>
        </pc:spChg>
        <pc:picChg chg="del mod">
          <ac:chgData name="Luis Huang" userId="111aba2a75f714b4" providerId="LiveId" clId="{D9612769-B823-4D29-98A9-80E79906DE63}" dt="2026-10-01T17:32:46.365" v="217" actId="478"/>
          <ac:picMkLst>
            <pc:docMk/>
            <pc:sldMk cId="955931230" sldId="257"/>
            <ac:picMk id="21" creationId="{00000000-0000-0000-0000-000000000000}"/>
          </ac:picMkLst>
        </pc:picChg>
      </pc:sldChg>
      <pc:sldChg chg="addSp delSp modSp mod">
        <pc:chgData name="Luis Huang" userId="111aba2a75f714b4" providerId="LiveId" clId="{D9612769-B823-4D29-98A9-80E79906DE63}" dt="2026-10-01T17:32:52.866" v="222" actId="27636"/>
        <pc:sldMkLst>
          <pc:docMk/>
          <pc:sldMk cId="1306701864" sldId="258"/>
        </pc:sldMkLst>
        <pc:spChg chg="mod">
          <ac:chgData name="Luis Huang" userId="111aba2a75f714b4" providerId="LiveId" clId="{D9612769-B823-4D29-98A9-80E79906DE63}" dt="2026-10-01T17:23:39.296" v="116" actId="27636"/>
          <ac:spMkLst>
            <pc:docMk/>
            <pc:sldMk cId="1306701864" sldId="258"/>
            <ac:spMk id="4" creationId="{D93BA6FF-DE1E-43B0-AD92-03DB4E9A504A}"/>
          </ac:spMkLst>
        </pc:spChg>
        <pc:spChg chg="mod">
          <ac:chgData name="Luis Huang" userId="111aba2a75f714b4" providerId="LiveId" clId="{D9612769-B823-4D29-98A9-80E79906DE63}" dt="2026-10-01T17:32:52.866" v="222" actId="27636"/>
          <ac:spMkLst>
            <pc:docMk/>
            <pc:sldMk cId="1306701864" sldId="258"/>
            <ac:spMk id="6" creationId="{81E1CB35-36E4-41DC-BE15-4646F52BB227}"/>
          </ac:spMkLst>
        </pc:spChg>
        <pc:spChg chg="mod">
          <ac:chgData name="Luis Huang" userId="111aba2a75f714b4" providerId="LiveId" clId="{D9612769-B823-4D29-98A9-80E79906DE63}" dt="2026-10-01T17:32:52.865" v="221" actId="27636"/>
          <ac:spMkLst>
            <pc:docMk/>
            <pc:sldMk cId="1306701864" sldId="258"/>
            <ac:spMk id="7" creationId="{D946F6F6-6C08-48CA-9676-13A60E911F7A}"/>
          </ac:spMkLst>
        </pc:spChg>
        <pc:spChg chg="mod">
          <ac:chgData name="Luis Huang" userId="111aba2a75f714b4" providerId="LiveId" clId="{D9612769-B823-4D29-98A9-80E79906DE63}" dt="2026-10-01T17:23:39.299" v="120" actId="27636"/>
          <ac:spMkLst>
            <pc:docMk/>
            <pc:sldMk cId="1306701864" sldId="258"/>
            <ac:spMk id="10" creationId="{E179D7AB-3C96-40A0-9AD6-1F42F6C13669}"/>
          </ac:spMkLst>
        </pc:spChg>
        <pc:spChg chg="mod">
          <ac:chgData name="Luis Huang" userId="111aba2a75f714b4" providerId="LiveId" clId="{D9612769-B823-4D29-98A9-80E79906DE63}" dt="2026-10-01T17:23:39.301" v="122" actId="27636"/>
          <ac:spMkLst>
            <pc:docMk/>
            <pc:sldMk cId="1306701864" sldId="258"/>
            <ac:spMk id="16" creationId="{BD05CB4E-36B1-42C8-BD12-746F7F0430FF}"/>
          </ac:spMkLst>
        </pc:spChg>
        <pc:spChg chg="mod">
          <ac:chgData name="Luis Huang" userId="111aba2a75f714b4" providerId="LiveId" clId="{D9612769-B823-4D29-98A9-80E79906DE63}" dt="2026-10-01T17:23:39.300" v="121" actId="27636"/>
          <ac:spMkLst>
            <pc:docMk/>
            <pc:sldMk cId="1306701864" sldId="258"/>
            <ac:spMk id="22" creationId="{36FCFFA2-0B18-49C3-90B9-D4D347E7ACAD}"/>
          </ac:spMkLst>
        </pc:spChg>
        <pc:spChg chg="mod">
          <ac:chgData name="Luis Huang" userId="111aba2a75f714b4" providerId="LiveId" clId="{D9612769-B823-4D29-98A9-80E79906DE63}" dt="2026-10-01T17:23:39.295" v="115" actId="27636"/>
          <ac:spMkLst>
            <pc:docMk/>
            <pc:sldMk cId="1306701864" sldId="258"/>
            <ac:spMk id="28" creationId="{27BDA1E7-EF97-43EE-AC6C-0C023C89ECC2}"/>
          </ac:spMkLst>
        </pc:spChg>
        <pc:spChg chg="mod">
          <ac:chgData name="Luis Huang" userId="111aba2a75f714b4" providerId="LiveId" clId="{D9612769-B823-4D29-98A9-80E79906DE63}" dt="2026-10-01T17:23:39.298" v="118" actId="27636"/>
          <ac:spMkLst>
            <pc:docMk/>
            <pc:sldMk cId="1306701864" sldId="258"/>
            <ac:spMk id="34" creationId="{622968A7-EF00-421F-85CD-EB9CF30D8A27}"/>
          </ac:spMkLst>
        </pc:spChg>
        <pc:spChg chg="del">
          <ac:chgData name="Luis Huang" userId="111aba2a75f714b4" providerId="LiveId" clId="{D9612769-B823-4D29-98A9-80E79906DE63}" dt="2026-10-01T17:05:22.764" v="2" actId="478"/>
          <ac:spMkLst>
            <pc:docMk/>
            <pc:sldMk cId="1306701864" sldId="258"/>
            <ac:spMk id="37" creationId="{B79CA0E1-0611-4036-A232-C286FDBB7C38}"/>
          </ac:spMkLst>
        </pc:spChg>
        <pc:spChg chg="add mod">
          <ac:chgData name="Luis Huang" userId="111aba2a75f714b4" providerId="LiveId" clId="{D9612769-B823-4D29-98A9-80E79906DE63}" dt="2026-10-01T17:05:58.924" v="6" actId="1076"/>
          <ac:spMkLst>
            <pc:docMk/>
            <pc:sldMk cId="1306701864" sldId="258"/>
            <ac:spMk id="40" creationId="{1B021B21-9062-5B6E-9754-FB71F48C5FF1}"/>
          </ac:spMkLst>
        </pc:spChg>
        <pc:spChg chg="add mod">
          <ac:chgData name="Luis Huang" userId="111aba2a75f714b4" providerId="LiveId" clId="{D9612769-B823-4D29-98A9-80E79906DE63}" dt="2026-10-01T17:05:41.923" v="4" actId="1076"/>
          <ac:spMkLst>
            <pc:docMk/>
            <pc:sldMk cId="1306701864" sldId="258"/>
            <ac:spMk id="42" creationId="{28D82E54-B17A-124C-77B4-35FC556D51DD}"/>
          </ac:spMkLst>
        </pc:spChg>
        <pc:spChg chg="add mod">
          <ac:chgData name="Luis Huang" userId="111aba2a75f714b4" providerId="LiveId" clId="{D9612769-B823-4D29-98A9-80E79906DE63}" dt="2026-10-01T17:05:41.923" v="4" actId="1076"/>
          <ac:spMkLst>
            <pc:docMk/>
            <pc:sldMk cId="1306701864" sldId="258"/>
            <ac:spMk id="44" creationId="{7CBC2D99-24BF-7322-BF94-962F81EED54F}"/>
          </ac:spMkLst>
        </pc:spChg>
      </pc:sldChg>
      <pc:sldChg chg="modSp mod">
        <pc:chgData name="Luis Huang" userId="111aba2a75f714b4" providerId="LiveId" clId="{D9612769-B823-4D29-98A9-80E79906DE63}" dt="2026-10-01T17:32:52.890" v="232" actId="27636"/>
        <pc:sldMkLst>
          <pc:docMk/>
          <pc:sldMk cId="1655343406" sldId="259"/>
        </pc:sldMkLst>
        <pc:spChg chg="mod">
          <ac:chgData name="Luis Huang" userId="111aba2a75f714b4" providerId="LiveId" clId="{D9612769-B823-4D29-98A9-80E79906DE63}" dt="2026-10-01T17:23:39.309" v="128" actId="27636"/>
          <ac:spMkLst>
            <pc:docMk/>
            <pc:sldMk cId="1655343406" sldId="259"/>
            <ac:spMk id="4" creationId="{6E780296-01E2-4061-BD18-CBA91176D4DF}"/>
          </ac:spMkLst>
        </pc:spChg>
        <pc:spChg chg="mod">
          <ac:chgData name="Luis Huang" userId="111aba2a75f714b4" providerId="LiveId" clId="{D9612769-B823-4D29-98A9-80E79906DE63}" dt="2026-10-01T17:32:52.890" v="232" actId="27636"/>
          <ac:spMkLst>
            <pc:docMk/>
            <pc:sldMk cId="1655343406" sldId="259"/>
            <ac:spMk id="6" creationId="{A1A2D4F2-1ECF-4F1C-8A2D-8A7FF0E5F20E}"/>
          </ac:spMkLst>
        </pc:spChg>
        <pc:spChg chg="mod">
          <ac:chgData name="Luis Huang" userId="111aba2a75f714b4" providerId="LiveId" clId="{D9612769-B823-4D29-98A9-80E79906DE63}" dt="2026-10-01T17:32:52.884" v="227" actId="27636"/>
          <ac:spMkLst>
            <pc:docMk/>
            <pc:sldMk cId="1655343406" sldId="259"/>
            <ac:spMk id="7" creationId="{16F79986-51EE-4C01-BA37-142F988A3312}"/>
          </ac:spMkLst>
        </pc:spChg>
        <pc:spChg chg="mod">
          <ac:chgData name="Luis Huang" userId="111aba2a75f714b4" providerId="LiveId" clId="{D9612769-B823-4D29-98A9-80E79906DE63}" dt="2026-10-01T17:32:52.885" v="228" actId="27636"/>
          <ac:spMkLst>
            <pc:docMk/>
            <pc:sldMk cId="1655343406" sldId="259"/>
            <ac:spMk id="10" creationId="{C889A513-FC38-4F15-8184-22BD96576AD0}"/>
          </ac:spMkLst>
        </pc:spChg>
        <pc:spChg chg="mod">
          <ac:chgData name="Luis Huang" userId="111aba2a75f714b4" providerId="LiveId" clId="{D9612769-B823-4D29-98A9-80E79906DE63}" dt="2026-10-01T17:32:52.881" v="224" actId="27636"/>
          <ac:spMkLst>
            <pc:docMk/>
            <pc:sldMk cId="1655343406" sldId="259"/>
            <ac:spMk id="11" creationId="{744FFA70-4F6E-412D-A61A-02B64E1FCEAD}"/>
          </ac:spMkLst>
        </pc:spChg>
        <pc:spChg chg="mod">
          <ac:chgData name="Luis Huang" userId="111aba2a75f714b4" providerId="LiveId" clId="{D9612769-B823-4D29-98A9-80E79906DE63}" dt="2026-10-01T17:32:52.888" v="230" actId="27636"/>
          <ac:spMkLst>
            <pc:docMk/>
            <pc:sldMk cId="1655343406" sldId="259"/>
            <ac:spMk id="15" creationId="{8E0A062B-C897-4D74-A557-279EFD35EFF4}"/>
          </ac:spMkLst>
        </pc:spChg>
        <pc:spChg chg="mod">
          <ac:chgData name="Luis Huang" userId="111aba2a75f714b4" providerId="LiveId" clId="{D9612769-B823-4D29-98A9-80E79906DE63}" dt="2026-10-01T17:32:52.880" v="223" actId="27636"/>
          <ac:spMkLst>
            <pc:docMk/>
            <pc:sldMk cId="1655343406" sldId="259"/>
            <ac:spMk id="16" creationId="{7B4638E8-4A81-4E52-81CF-8A89BE6DE82A}"/>
          </ac:spMkLst>
        </pc:spChg>
        <pc:spChg chg="mod">
          <ac:chgData name="Luis Huang" userId="111aba2a75f714b4" providerId="LiveId" clId="{D9612769-B823-4D29-98A9-80E79906DE63}" dt="2026-10-01T17:32:52.882" v="225" actId="27636"/>
          <ac:spMkLst>
            <pc:docMk/>
            <pc:sldMk cId="1655343406" sldId="259"/>
            <ac:spMk id="20" creationId="{AFA5DFD0-DC35-4681-A5DE-4F3C4DA4D252}"/>
          </ac:spMkLst>
        </pc:spChg>
        <pc:spChg chg="mod">
          <ac:chgData name="Luis Huang" userId="111aba2a75f714b4" providerId="LiveId" clId="{D9612769-B823-4D29-98A9-80E79906DE63}" dt="2026-10-01T17:32:52.889" v="231" actId="27636"/>
          <ac:spMkLst>
            <pc:docMk/>
            <pc:sldMk cId="1655343406" sldId="259"/>
            <ac:spMk id="21" creationId="{0DB754D0-4962-4C25-8EEA-C14E03EE8F98}"/>
          </ac:spMkLst>
        </pc:spChg>
        <pc:spChg chg="mod">
          <ac:chgData name="Luis Huang" userId="111aba2a75f714b4" providerId="LiveId" clId="{D9612769-B823-4D29-98A9-80E79906DE63}" dt="2026-10-01T17:32:52.887" v="229" actId="27636"/>
          <ac:spMkLst>
            <pc:docMk/>
            <pc:sldMk cId="1655343406" sldId="259"/>
            <ac:spMk id="25" creationId="{57A44DD5-7B0E-4AC8-A621-79266F247427}"/>
          </ac:spMkLst>
        </pc:spChg>
        <pc:spChg chg="mod">
          <ac:chgData name="Luis Huang" userId="111aba2a75f714b4" providerId="LiveId" clId="{D9612769-B823-4D29-98A9-80E79906DE63}" dt="2026-10-01T17:32:52.883" v="226" actId="27636"/>
          <ac:spMkLst>
            <pc:docMk/>
            <pc:sldMk cId="1655343406" sldId="259"/>
            <ac:spMk id="26" creationId="{60C79429-C9A7-40F7-94E7-EED0848D8E73}"/>
          </ac:spMkLst>
        </pc:spChg>
      </pc:sldChg>
      <pc:sldChg chg="modSp mod">
        <pc:chgData name="Luis Huang" userId="111aba2a75f714b4" providerId="LiveId" clId="{D9612769-B823-4D29-98A9-80E79906DE63}" dt="2026-10-01T17:32:52.909" v="240" actId="27636"/>
        <pc:sldMkLst>
          <pc:docMk/>
          <pc:sldMk cId="1326077631" sldId="260"/>
        </pc:sldMkLst>
        <pc:spChg chg="mod">
          <ac:chgData name="Luis Huang" userId="111aba2a75f714b4" providerId="LiveId" clId="{D9612769-B823-4D29-98A9-80E79906DE63}" dt="2026-10-01T17:23:39.322" v="141" actId="27636"/>
          <ac:spMkLst>
            <pc:docMk/>
            <pc:sldMk cId="1326077631" sldId="260"/>
            <ac:spMk id="4" creationId="{EF9AAD6B-E682-42A0-9192-38A0FACDA2D2}"/>
          </ac:spMkLst>
        </pc:spChg>
        <pc:spChg chg="mod">
          <ac:chgData name="Luis Huang" userId="111aba2a75f714b4" providerId="LiveId" clId="{D9612769-B823-4D29-98A9-80E79906DE63}" dt="2026-10-01T17:32:52.902" v="236" actId="27636"/>
          <ac:spMkLst>
            <pc:docMk/>
            <pc:sldMk cId="1326077631" sldId="260"/>
            <ac:spMk id="6" creationId="{2D63D155-E502-4D5A-8779-19C314FD8836}"/>
          </ac:spMkLst>
        </pc:spChg>
        <pc:spChg chg="mod">
          <ac:chgData name="Luis Huang" userId="111aba2a75f714b4" providerId="LiveId" clId="{D9612769-B823-4D29-98A9-80E79906DE63}" dt="2026-10-01T17:32:52.903" v="237" actId="27636"/>
          <ac:spMkLst>
            <pc:docMk/>
            <pc:sldMk cId="1326077631" sldId="260"/>
            <ac:spMk id="7" creationId="{D3918C85-9172-416A-9107-35B9AFE56F20}"/>
          </ac:spMkLst>
        </pc:spChg>
        <pc:spChg chg="mod">
          <ac:chgData name="Luis Huang" userId="111aba2a75f714b4" providerId="LiveId" clId="{D9612769-B823-4D29-98A9-80E79906DE63}" dt="2026-10-01T17:32:52.900" v="233" actId="27636"/>
          <ac:spMkLst>
            <pc:docMk/>
            <pc:sldMk cId="1326077631" sldId="260"/>
            <ac:spMk id="9" creationId="{CCD60253-AC1E-4980-AA09-02E0C05DA26A}"/>
          </ac:spMkLst>
        </pc:spChg>
        <pc:spChg chg="mod">
          <ac:chgData name="Luis Huang" userId="111aba2a75f714b4" providerId="LiveId" clId="{D9612769-B823-4D29-98A9-80E79906DE63}" dt="2026-10-01T17:23:39.325" v="144" actId="27636"/>
          <ac:spMkLst>
            <pc:docMk/>
            <pc:sldMk cId="1326077631" sldId="260"/>
            <ac:spMk id="10" creationId="{02FC5027-D79B-4027-8E98-1CA8B12ACC84}"/>
          </ac:spMkLst>
        </pc:spChg>
        <pc:spChg chg="mod">
          <ac:chgData name="Luis Huang" userId="111aba2a75f714b4" providerId="LiveId" clId="{D9612769-B823-4D29-98A9-80E79906DE63}" dt="2026-10-01T17:32:52.906" v="238" actId="27636"/>
          <ac:spMkLst>
            <pc:docMk/>
            <pc:sldMk cId="1326077631" sldId="260"/>
            <ac:spMk id="14" creationId="{89AC00CC-6F54-4EA6-B107-5AF6085535E4}"/>
          </ac:spMkLst>
        </pc:spChg>
        <pc:spChg chg="mod">
          <ac:chgData name="Luis Huang" userId="111aba2a75f714b4" providerId="LiveId" clId="{D9612769-B823-4D29-98A9-80E79906DE63}" dt="2026-10-01T17:23:39.322" v="140" actId="27636"/>
          <ac:spMkLst>
            <pc:docMk/>
            <pc:sldMk cId="1326077631" sldId="260"/>
            <ac:spMk id="15" creationId="{EF03EC60-EA98-419D-B0E7-0CDFE0DEF5FD}"/>
          </ac:spMkLst>
        </pc:spChg>
        <pc:spChg chg="mod">
          <ac:chgData name="Luis Huang" userId="111aba2a75f714b4" providerId="LiveId" clId="{D9612769-B823-4D29-98A9-80E79906DE63}" dt="2026-10-01T17:32:52.902" v="235" actId="27636"/>
          <ac:spMkLst>
            <pc:docMk/>
            <pc:sldMk cId="1326077631" sldId="260"/>
            <ac:spMk id="19" creationId="{57303712-42F0-4047-807E-C8588209B16B}"/>
          </ac:spMkLst>
        </pc:spChg>
        <pc:spChg chg="mod">
          <ac:chgData name="Luis Huang" userId="111aba2a75f714b4" providerId="LiveId" clId="{D9612769-B823-4D29-98A9-80E79906DE63}" dt="2026-10-01T17:23:39.326" v="145" actId="27636"/>
          <ac:spMkLst>
            <pc:docMk/>
            <pc:sldMk cId="1326077631" sldId="260"/>
            <ac:spMk id="20" creationId="{C4E1D193-66A4-4172-A64B-4AB0AB222D6B}"/>
          </ac:spMkLst>
        </pc:spChg>
        <pc:spChg chg="mod">
          <ac:chgData name="Luis Huang" userId="111aba2a75f714b4" providerId="LiveId" clId="{D9612769-B823-4D29-98A9-80E79906DE63}" dt="2026-10-01T17:32:52.909" v="240" actId="27636"/>
          <ac:spMkLst>
            <pc:docMk/>
            <pc:sldMk cId="1326077631" sldId="260"/>
            <ac:spMk id="24" creationId="{D4515FC1-0217-46D1-86C8-EE869F729AD8}"/>
          </ac:spMkLst>
        </pc:spChg>
        <pc:spChg chg="mod">
          <ac:chgData name="Luis Huang" userId="111aba2a75f714b4" providerId="LiveId" clId="{D9612769-B823-4D29-98A9-80E79906DE63}" dt="2026-10-01T17:23:39.324" v="143" actId="27636"/>
          <ac:spMkLst>
            <pc:docMk/>
            <pc:sldMk cId="1326077631" sldId="260"/>
            <ac:spMk id="25" creationId="{C6D46416-A966-4E51-B4FE-5C215E9A170B}"/>
          </ac:spMkLst>
        </pc:spChg>
        <pc:spChg chg="mod">
          <ac:chgData name="Luis Huang" userId="111aba2a75f714b4" providerId="LiveId" clId="{D9612769-B823-4D29-98A9-80E79906DE63}" dt="2026-10-01T17:23:39.318" v="134" actId="27636"/>
          <ac:spMkLst>
            <pc:docMk/>
            <pc:sldMk cId="1326077631" sldId="260"/>
            <ac:spMk id="27" creationId="{CBBB1127-DF3D-4599-BE89-0F736B742CA7}"/>
          </ac:spMkLst>
        </pc:spChg>
        <pc:spChg chg="mod">
          <ac:chgData name="Luis Huang" userId="111aba2a75f714b4" providerId="LiveId" clId="{D9612769-B823-4D29-98A9-80E79906DE63}" dt="2026-10-01T17:32:52.901" v="234" actId="27636"/>
          <ac:spMkLst>
            <pc:docMk/>
            <pc:sldMk cId="1326077631" sldId="260"/>
            <ac:spMk id="28" creationId="{0DE9554F-AED6-406B-B768-462405347038}"/>
          </ac:spMkLst>
        </pc:spChg>
        <pc:spChg chg="mod">
          <ac:chgData name="Luis Huang" userId="111aba2a75f714b4" providerId="LiveId" clId="{D9612769-B823-4D29-98A9-80E79906DE63}" dt="2026-10-01T17:23:39.323" v="142" actId="27636"/>
          <ac:spMkLst>
            <pc:docMk/>
            <pc:sldMk cId="1326077631" sldId="260"/>
            <ac:spMk id="29" creationId="{66298D5F-9F64-4C1C-9AB0-B59F87CC34AE}"/>
          </ac:spMkLst>
        </pc:spChg>
        <pc:spChg chg="mod">
          <ac:chgData name="Luis Huang" userId="111aba2a75f714b4" providerId="LiveId" clId="{D9612769-B823-4D29-98A9-80E79906DE63}" dt="2026-10-01T17:32:52.907" v="239" actId="27636"/>
          <ac:spMkLst>
            <pc:docMk/>
            <pc:sldMk cId="1326077631" sldId="260"/>
            <ac:spMk id="30" creationId="{84947DEE-19AF-4489-B87B-15DDEB7AD524}"/>
          </ac:spMkLst>
        </pc:spChg>
      </pc:sldChg>
      <pc:sldChg chg="addSp delSp modSp mod">
        <pc:chgData name="Luis Huang" userId="111aba2a75f714b4" providerId="LiveId" clId="{D9612769-B823-4D29-98A9-80E79906DE63}" dt="2026-10-01T17:42:37.509" v="254" actId="207"/>
        <pc:sldMkLst>
          <pc:docMk/>
          <pc:sldMk cId="26011992" sldId="261"/>
        </pc:sldMkLst>
        <pc:spChg chg="mod">
          <ac:chgData name="Luis Huang" userId="111aba2a75f714b4" providerId="LiveId" clId="{D9612769-B823-4D29-98A9-80E79906DE63}" dt="2026-10-01T17:23:39.171" v="27" actId="27636"/>
          <ac:spMkLst>
            <pc:docMk/>
            <pc:sldMk cId="26011992" sldId="261"/>
            <ac:spMk id="4" creationId="{D2961D0B-8C28-4927-BCED-24FE60C7A8D6}"/>
          </ac:spMkLst>
        </pc:spChg>
        <pc:spChg chg="mod">
          <ac:chgData name="Luis Huang" userId="111aba2a75f714b4" providerId="LiveId" clId="{D9612769-B823-4D29-98A9-80E79906DE63}" dt="2026-10-01T17:32:52.921" v="241" actId="27636"/>
          <ac:spMkLst>
            <pc:docMk/>
            <pc:sldMk cId="26011992" sldId="261"/>
            <ac:spMk id="6" creationId="{5A46F54C-D3E3-41D4-9FBC-883C24EC95B3}"/>
          </ac:spMkLst>
        </pc:spChg>
        <pc:spChg chg="mod">
          <ac:chgData name="Luis Huang" userId="111aba2a75f714b4" providerId="LiveId" clId="{D9612769-B823-4D29-98A9-80E79906DE63}" dt="2026-10-01T17:32:52.922" v="242" actId="27636"/>
          <ac:spMkLst>
            <pc:docMk/>
            <pc:sldMk cId="26011992" sldId="261"/>
            <ac:spMk id="7" creationId="{922AF230-D0EC-4522-9BBE-88E38BBFC3BB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8" creationId="{3251102C-8EE2-497A-8631-1B428457CAD5}"/>
          </ac:spMkLst>
        </pc:spChg>
        <pc:spChg chg="mod">
          <ac:chgData name="Luis Huang" userId="111aba2a75f714b4" providerId="LiveId" clId="{D9612769-B823-4D29-98A9-80E79906DE63}" dt="2026-10-01T17:08:54.006" v="14" actId="27636"/>
          <ac:spMkLst>
            <pc:docMk/>
            <pc:sldMk cId="26011992" sldId="261"/>
            <ac:spMk id="10" creationId="{F66EF078-04B6-4C96-9999-67469C131925}"/>
          </ac:spMkLst>
        </pc:spChg>
        <pc:spChg chg="mod">
          <ac:chgData name="Luis Huang" userId="111aba2a75f714b4" providerId="LiveId" clId="{D9612769-B823-4D29-98A9-80E79906DE63}" dt="2026-10-01T17:08:54.006" v="13" actId="27636"/>
          <ac:spMkLst>
            <pc:docMk/>
            <pc:sldMk cId="26011992" sldId="261"/>
            <ac:spMk id="12" creationId="{048F6FD8-2751-4905-9136-5E32BC66C1F1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13" creationId="{CC6ABAF7-9B6B-4952-A23E-AD89798AC7D3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15" creationId="{4BA2CA15-2AA9-4C4D-97C2-4AC5B8A983F2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16" creationId="{F1163C42-CA00-46D1-8B77-C2D690DDF567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18" creationId="{AB0C03CE-606A-4322-8B03-A19767A1131A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19" creationId="{2BFCB376-33CA-4766-A02C-2B05387B5204}"/>
          </ac:spMkLst>
        </pc:spChg>
        <pc:spChg chg="mod">
          <ac:chgData name="Luis Huang" userId="111aba2a75f714b4" providerId="LiveId" clId="{D9612769-B823-4D29-98A9-80E79906DE63}" dt="2026-10-01T17:08:54.007" v="15" actId="27636"/>
          <ac:spMkLst>
            <pc:docMk/>
            <pc:sldMk cId="26011992" sldId="261"/>
            <ac:spMk id="22" creationId="{848AEA69-6C55-4724-AF3F-E7DF4F8CAC69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25" creationId="{25F3A7B7-FA84-4923-8DD0-C688CD23EC0E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27" creationId="{CE375824-2F45-4175-AE71-16B719C610FA}"/>
          </ac:spMkLst>
        </pc:spChg>
        <pc:spChg chg="mod">
          <ac:chgData name="Luis Huang" userId="111aba2a75f714b4" providerId="LiveId" clId="{D9612769-B823-4D29-98A9-80E79906DE63}" dt="2026-10-01T17:08:54.004" v="11" actId="27636"/>
          <ac:spMkLst>
            <pc:docMk/>
            <pc:sldMk cId="26011992" sldId="261"/>
            <ac:spMk id="28" creationId="{07D9744D-3BA8-4D84-96F0-DF4302BB47C3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29" creationId="{ACC866B9-FAFA-4540-89EC-E5647986CF47}"/>
          </ac:spMkLst>
        </pc:spChg>
        <pc:spChg chg="mod">
          <ac:chgData name="Luis Huang" userId="111aba2a75f714b4" providerId="LiveId" clId="{D9612769-B823-4D29-98A9-80E79906DE63}" dt="2026-10-01T17:08:54.002" v="9" actId="27636"/>
          <ac:spMkLst>
            <pc:docMk/>
            <pc:sldMk cId="26011992" sldId="261"/>
            <ac:spMk id="30" creationId="{43B424C1-5451-4F70-8EED-2E9F5DB59A5C}"/>
          </ac:spMkLst>
        </pc:spChg>
        <pc:spChg chg="mod">
          <ac:chgData name="Luis Huang" userId="111aba2a75f714b4" providerId="LiveId" clId="{D9612769-B823-4D29-98A9-80E79906DE63}" dt="2026-10-01T17:08:58.269" v="16" actId="1076"/>
          <ac:spMkLst>
            <pc:docMk/>
            <pc:sldMk cId="26011992" sldId="261"/>
            <ac:spMk id="31" creationId="{1C49BA47-83F1-413A-AF29-C8D818576A6D}"/>
          </ac:spMkLst>
        </pc:spChg>
        <pc:spChg chg="del mod">
          <ac:chgData name="Luis Huang" userId="111aba2a75f714b4" providerId="LiveId" clId="{D9612769-B823-4D29-98A9-80E79906DE63}" dt="2026-10-01T17:23:33.051" v="22" actId="478"/>
          <ac:spMkLst>
            <pc:docMk/>
            <pc:sldMk cId="26011992" sldId="261"/>
            <ac:spMk id="32" creationId="{AC7A7B39-1F34-4E71-BC05-C3CDAC55ED13}"/>
          </ac:spMkLst>
        </pc:spChg>
        <pc:spChg chg="mod">
          <ac:chgData name="Luis Huang" userId="111aba2a75f714b4" providerId="LiveId" clId="{D9612769-B823-4D29-98A9-80E79906DE63}" dt="2026-10-01T17:42:35.429" v="253" actId="207"/>
          <ac:spMkLst>
            <pc:docMk/>
            <pc:sldMk cId="26011992" sldId="261"/>
            <ac:spMk id="36" creationId="{368E6A7D-5D2A-9D7B-28E5-8BF5DD723475}"/>
          </ac:spMkLst>
        </pc:spChg>
        <pc:spChg chg="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38" creationId="{08CA98A6-D542-6185-B429-F64D985C9741}"/>
          </ac:spMkLst>
        </pc:spChg>
        <pc:spChg chg="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40" creationId="{4812F52A-666A-0C5C-8AD7-588D3BEA6F00}"/>
          </ac:spMkLst>
        </pc:spChg>
        <pc:spChg chg="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41" creationId="{326FA162-6C99-400A-1352-6011FB153727}"/>
          </ac:spMkLst>
        </pc:spChg>
        <pc:spChg chg="add 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43" creationId="{E7E786B4-C3A0-E921-6FEA-F24EF8479282}"/>
          </ac:spMkLst>
        </pc:spChg>
        <pc:spChg chg="add 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44" creationId="{BF4C18B6-260A-B2DE-A0E1-95CF03D41CCF}"/>
          </ac:spMkLst>
        </pc:spChg>
        <pc:spChg chg="mod">
          <ac:chgData name="Luis Huang" userId="111aba2a75f714b4" providerId="LiveId" clId="{D9612769-B823-4D29-98A9-80E79906DE63}" dt="2026-10-01T17:42:37.509" v="254" actId="207"/>
          <ac:spMkLst>
            <pc:docMk/>
            <pc:sldMk cId="26011992" sldId="261"/>
            <ac:spMk id="47" creationId="{2C96EA04-0BEA-5F72-1784-9E354D505827}"/>
          </ac:spMkLst>
        </pc:spChg>
        <pc:spChg chg="mod">
          <ac:chgData name="Luis Huang" userId="111aba2a75f714b4" providerId="LiveId" clId="{D9612769-B823-4D29-98A9-80E79906DE63}" dt="2026-10-01T17:42:37.509" v="254" actId="207"/>
          <ac:spMkLst>
            <pc:docMk/>
            <pc:sldMk cId="26011992" sldId="261"/>
            <ac:spMk id="48" creationId="{BE972FF0-DDF8-65FF-DFBC-E15708F1212E}"/>
          </ac:spMkLst>
        </pc:spChg>
        <pc:spChg chg="mod">
          <ac:chgData name="Luis Huang" userId="111aba2a75f714b4" providerId="LiveId" clId="{D9612769-B823-4D29-98A9-80E79906DE63}" dt="2026-10-01T17:42:37.509" v="254" actId="207"/>
          <ac:spMkLst>
            <pc:docMk/>
            <pc:sldMk cId="26011992" sldId="261"/>
            <ac:spMk id="49" creationId="{717AEC6B-6767-4729-A49C-4C59A73A910D}"/>
          </ac:spMkLst>
        </pc:spChg>
        <pc:spChg chg="mod">
          <ac:chgData name="Luis Huang" userId="111aba2a75f714b4" providerId="LiveId" clId="{D9612769-B823-4D29-98A9-80E79906DE63}" dt="2026-10-01T17:42:37.509" v="254" actId="207"/>
          <ac:spMkLst>
            <pc:docMk/>
            <pc:sldMk cId="26011992" sldId="261"/>
            <ac:spMk id="50" creationId="{D2B875B3-D26B-DC88-B888-C43581882BA0}"/>
          </ac:spMkLst>
        </pc:spChg>
        <pc:spChg chg="add 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51" creationId="{AB6EAC25-52B3-298F-D441-EDF85BE8BE57}"/>
          </ac:spMkLst>
        </pc:spChg>
        <pc:spChg chg="add 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53" creationId="{65179D44-08DF-B01B-BF10-8EC46BAE6949}"/>
          </ac:spMkLst>
        </pc:spChg>
        <pc:spChg chg="add mod">
          <ac:chgData name="Luis Huang" userId="111aba2a75f714b4" providerId="LiveId" clId="{D9612769-B823-4D29-98A9-80E79906DE63}" dt="2026-10-01T17:23:39.074" v="23"/>
          <ac:spMkLst>
            <pc:docMk/>
            <pc:sldMk cId="26011992" sldId="261"/>
            <ac:spMk id="55" creationId="{BCCA7697-529A-5AF4-6A39-92DB2A5162A9}"/>
          </ac:spMkLst>
        </pc:spChg>
        <pc:grpChg chg="mod">
          <ac:chgData name="Luis Huang" userId="111aba2a75f714b4" providerId="LiveId" clId="{D9612769-B823-4D29-98A9-80E79906DE63}" dt="2026-10-01T17:42:37.509" v="254" actId="207"/>
          <ac:grpSpMkLst>
            <pc:docMk/>
            <pc:sldMk cId="26011992" sldId="261"/>
            <ac:grpSpMk id="46" creationId="{33AFECC4-439E-0898-EBF7-54855D6452AD}"/>
          </ac:grpSpMkLst>
        </pc:grpChg>
      </pc:sldChg>
      <pc:sldChg chg="addSp delSp modSp mod">
        <pc:chgData name="Luis Huang" userId="111aba2a75f714b4" providerId="LiveId" clId="{D9612769-B823-4D29-98A9-80E79906DE63}" dt="2026-10-01T17:30:37.095" v="215" actId="1035"/>
        <pc:sldMkLst>
          <pc:docMk/>
          <pc:sldMk cId="1334651649" sldId="262"/>
        </pc:sldMkLst>
        <pc:spChg chg="mod">
          <ac:chgData name="Luis Huang" userId="111aba2a75f714b4" providerId="LiveId" clId="{D9612769-B823-4D29-98A9-80E79906DE63}" dt="2026-10-01T17:23:39.181" v="30" actId="27636"/>
          <ac:spMkLst>
            <pc:docMk/>
            <pc:sldMk cId="1334651649" sldId="262"/>
            <ac:spMk id="4" creationId="{0B543F35-9E27-4507-B0DD-969059CC12E8}"/>
          </ac:spMkLst>
        </pc:spChg>
        <pc:spChg chg="mod">
          <ac:chgData name="Luis Huang" userId="111aba2a75f714b4" providerId="LiveId" clId="{D9612769-B823-4D29-98A9-80E79906DE63}" dt="2026-10-01T17:23:39.183" v="33" actId="27636"/>
          <ac:spMkLst>
            <pc:docMk/>
            <pc:sldMk cId="1334651649" sldId="262"/>
            <ac:spMk id="6" creationId="{B7DC5891-B103-4AD8-AF94-2B0803939053}"/>
          </ac:spMkLst>
        </pc:spChg>
        <pc:spChg chg="mod">
          <ac:chgData name="Luis Huang" userId="111aba2a75f714b4" providerId="LiveId" clId="{D9612769-B823-4D29-98A9-80E79906DE63}" dt="2026-10-01T17:23:39.182" v="31" actId="27636"/>
          <ac:spMkLst>
            <pc:docMk/>
            <pc:sldMk cId="1334651649" sldId="262"/>
            <ac:spMk id="7" creationId="{84E7647E-3DDF-4CE7-9C8B-DF3139445AAD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9" creationId="{725C2F0A-3887-4708-BA27-8AAB47DBD144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10" creationId="{DBAE3C32-80E5-4BA1-89B4-E98CCCFA34FA}"/>
          </ac:spMkLst>
        </pc:spChg>
        <pc:spChg chg="mod">
          <ac:chgData name="Luis Huang" userId="111aba2a75f714b4" providerId="LiveId" clId="{D9612769-B823-4D29-98A9-80E79906DE63}" dt="2026-10-01T17:30:33.889" v="184" actId="27636"/>
          <ac:spMkLst>
            <pc:docMk/>
            <pc:sldMk cId="1334651649" sldId="262"/>
            <ac:spMk id="11" creationId="{3047981F-829D-4639-9A17-D18DD7B6379E}"/>
          </ac:spMkLst>
        </pc:spChg>
        <pc:spChg chg="mod">
          <ac:chgData name="Luis Huang" userId="111aba2a75f714b4" providerId="LiveId" clId="{D9612769-B823-4D29-98A9-80E79906DE63}" dt="2026-10-01T17:30:33.884" v="180" actId="27636"/>
          <ac:spMkLst>
            <pc:docMk/>
            <pc:sldMk cId="1334651649" sldId="262"/>
            <ac:spMk id="15" creationId="{2B583B09-7DBE-4BC7-83F1-B6DEB4B7EE68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16" creationId="{E73AA2BA-529B-461C-82E2-67A07C486175}"/>
          </ac:spMkLst>
        </pc:spChg>
        <pc:spChg chg="mod">
          <ac:chgData name="Luis Huang" userId="111aba2a75f714b4" providerId="LiveId" clId="{D9612769-B823-4D29-98A9-80E79906DE63}" dt="2026-10-01T17:30:33.886" v="181" actId="27636"/>
          <ac:spMkLst>
            <pc:docMk/>
            <pc:sldMk cId="1334651649" sldId="262"/>
            <ac:spMk id="20" creationId="{24E01C33-7DEE-4A67-9964-0B9D83BA8D83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21" creationId="{70C6BE14-58C4-4C6C-A626-41D0E07570E4}"/>
          </ac:spMkLst>
        </pc:spChg>
        <pc:spChg chg="mod">
          <ac:chgData name="Luis Huang" userId="111aba2a75f714b4" providerId="LiveId" clId="{D9612769-B823-4D29-98A9-80E79906DE63}" dt="2026-10-01T17:29:50.496" v="170" actId="1076"/>
          <ac:spMkLst>
            <pc:docMk/>
            <pc:sldMk cId="1334651649" sldId="262"/>
            <ac:spMk id="23" creationId="{CB01ADA9-C8ED-4BDC-8F40-EE42CBFF1B29}"/>
          </ac:spMkLst>
        </pc:spChg>
        <pc:spChg chg="mod">
          <ac:chgData name="Luis Huang" userId="111aba2a75f714b4" providerId="LiveId" clId="{D9612769-B823-4D29-98A9-80E79906DE63}" dt="2026-10-01T17:29:50.496" v="170" actId="1076"/>
          <ac:spMkLst>
            <pc:docMk/>
            <pc:sldMk cId="1334651649" sldId="262"/>
            <ac:spMk id="24" creationId="{D47F4975-88E4-4C80-8148-874E35D7A801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25" creationId="{DE2CCFF3-BA1B-469E-91B6-F82B9CFD18E0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26" creationId="{1AE6D754-5699-46EA-A1E3-D8116DE9E192}"/>
          </ac:spMkLst>
        </pc:spChg>
        <pc:spChg chg="mod">
          <ac:chgData name="Luis Huang" userId="111aba2a75f714b4" providerId="LiveId" clId="{D9612769-B823-4D29-98A9-80E79906DE63}" dt="2026-10-01T17:29:50.496" v="170" actId="1076"/>
          <ac:spMkLst>
            <pc:docMk/>
            <pc:sldMk cId="1334651649" sldId="262"/>
            <ac:spMk id="27" creationId="{358724AC-1939-452B-B479-0F03F61B84A6}"/>
          </ac:spMkLst>
        </pc:spChg>
        <pc:spChg chg="mod">
          <ac:chgData name="Luis Huang" userId="111aba2a75f714b4" providerId="LiveId" clId="{D9612769-B823-4D29-98A9-80E79906DE63}" dt="2026-10-01T17:29:55.456" v="173" actId="1076"/>
          <ac:spMkLst>
            <pc:docMk/>
            <pc:sldMk cId="1334651649" sldId="262"/>
            <ac:spMk id="28" creationId="{3E5CF47D-BEE9-4492-AA29-4B48B508FA4C}"/>
          </ac:spMkLst>
        </pc:spChg>
        <pc:spChg chg="mod">
          <ac:chgData name="Luis Huang" userId="111aba2a75f714b4" providerId="LiveId" clId="{D9612769-B823-4D29-98A9-80E79906DE63}" dt="2026-10-01T17:29:55.456" v="173" actId="1076"/>
          <ac:spMkLst>
            <pc:docMk/>
            <pc:sldMk cId="1334651649" sldId="262"/>
            <ac:spMk id="29" creationId="{89711B02-14EA-43C3-9BC4-CA260950206A}"/>
          </ac:spMkLst>
        </pc:spChg>
        <pc:spChg chg="mod">
          <ac:chgData name="Luis Huang" userId="111aba2a75f714b4" providerId="LiveId" clId="{D9612769-B823-4D29-98A9-80E79906DE63}" dt="2026-10-01T17:29:55.465" v="174" actId="27636"/>
          <ac:spMkLst>
            <pc:docMk/>
            <pc:sldMk cId="1334651649" sldId="262"/>
            <ac:spMk id="30" creationId="{C409A2E9-CEF9-4056-8376-F0AD3205651B}"/>
          </ac:spMkLst>
        </pc:spChg>
        <pc:spChg chg="mod">
          <ac:chgData name="Luis Huang" userId="111aba2a75f714b4" providerId="LiveId" clId="{D9612769-B823-4D29-98A9-80E79906DE63}" dt="2026-10-01T17:29:55.465" v="175" actId="27636"/>
          <ac:spMkLst>
            <pc:docMk/>
            <pc:sldMk cId="1334651649" sldId="262"/>
            <ac:spMk id="31" creationId="{A4554D0E-8E23-4AF4-9257-52D8E949EF3F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32" creationId="{D9C1CF5E-5B90-4ECB-9ED7-DB8EFD5E1732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34" creationId="{D7BE82C0-7E99-4121-8CC7-A4CDB1E043C5}"/>
          </ac:spMkLst>
        </pc:spChg>
        <pc:spChg chg="mod">
          <ac:chgData name="Luis Huang" userId="111aba2a75f714b4" providerId="LiveId" clId="{D9612769-B823-4D29-98A9-80E79906DE63}" dt="2026-10-01T17:30:33.888" v="183" actId="27636"/>
          <ac:spMkLst>
            <pc:docMk/>
            <pc:sldMk cId="1334651649" sldId="262"/>
            <ac:spMk id="35" creationId="{A19F3028-74EC-4926-88F5-F70D2BA39D9F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36" creationId="{F9BBD0A1-7D4B-4E60-B205-7A52A5FC6C4A}"/>
          </ac:spMkLst>
        </pc:spChg>
        <pc:spChg chg="mod">
          <ac:chgData name="Luis Huang" userId="111aba2a75f714b4" providerId="LiveId" clId="{D9612769-B823-4D29-98A9-80E79906DE63}" dt="2026-10-01T17:23:39.192" v="44" actId="27636"/>
          <ac:spMkLst>
            <pc:docMk/>
            <pc:sldMk cId="1334651649" sldId="262"/>
            <ac:spMk id="37" creationId="{038F0C6E-D885-4387-A3FA-37F6B70C51F5}"/>
          </ac:spMkLst>
        </pc:spChg>
        <pc:spChg chg="mod">
          <ac:chgData name="Luis Huang" userId="111aba2a75f714b4" providerId="LiveId" clId="{D9612769-B823-4D29-98A9-80E79906DE63}" dt="2026-10-01T17:30:26.427" v="178" actId="1076"/>
          <ac:spMkLst>
            <pc:docMk/>
            <pc:sldMk cId="1334651649" sldId="262"/>
            <ac:spMk id="38" creationId="{647B111F-CEA6-492F-9AC0-9C1871BB82CD}"/>
          </ac:spMkLst>
        </pc:spChg>
        <pc:spChg chg="mod">
          <ac:chgData name="Luis Huang" userId="111aba2a75f714b4" providerId="LiveId" clId="{D9612769-B823-4D29-98A9-80E79906DE63}" dt="2026-10-01T17:29:11.326" v="165" actId="1076"/>
          <ac:spMkLst>
            <pc:docMk/>
            <pc:sldMk cId="1334651649" sldId="262"/>
            <ac:spMk id="39" creationId="{85D90D27-37D5-43FA-B283-935F45073BE8}"/>
          </ac:spMkLst>
        </pc:spChg>
        <pc:spChg chg="mod">
          <ac:chgData name="Luis Huang" userId="111aba2a75f714b4" providerId="LiveId" clId="{D9612769-B823-4D29-98A9-80E79906DE63}" dt="2026-10-01T17:29:50.496" v="170" actId="1076"/>
          <ac:spMkLst>
            <pc:docMk/>
            <pc:sldMk cId="1334651649" sldId="262"/>
            <ac:spMk id="40" creationId="{58EA2C4A-03BC-4438-8847-0C112C107B06}"/>
          </ac:spMkLst>
        </pc:spChg>
        <pc:spChg chg="mod">
          <ac:chgData name="Luis Huang" userId="111aba2a75f714b4" providerId="LiveId" clId="{D9612769-B823-4D29-98A9-80E79906DE63}" dt="2026-10-01T17:30:02.897" v="176" actId="1076"/>
          <ac:spMkLst>
            <pc:docMk/>
            <pc:sldMk cId="1334651649" sldId="262"/>
            <ac:spMk id="41" creationId="{10F43E42-15CC-4B8F-90B9-0BB7601FC2E4}"/>
          </ac:spMkLst>
        </pc:spChg>
        <pc:spChg chg="mod">
          <ac:chgData name="Luis Huang" userId="111aba2a75f714b4" providerId="LiveId" clId="{D9612769-B823-4D29-98A9-80E79906DE63}" dt="2026-10-01T17:23:39.180" v="29" actId="27636"/>
          <ac:spMkLst>
            <pc:docMk/>
            <pc:sldMk cId="1334651649" sldId="262"/>
            <ac:spMk id="42" creationId="{3CB193BD-966A-4ECB-8326-7A9C98B642B9}"/>
          </ac:spMkLst>
        </pc:spChg>
        <pc:spChg chg="mod">
          <ac:chgData name="Luis Huang" userId="111aba2a75f714b4" providerId="LiveId" clId="{D9612769-B823-4D29-98A9-80E79906DE63}" dt="2026-10-01T17:30:02.897" v="176" actId="1076"/>
          <ac:spMkLst>
            <pc:docMk/>
            <pc:sldMk cId="1334651649" sldId="262"/>
            <ac:spMk id="43" creationId="{8171C945-4FC5-404C-95B7-33059D59DA34}"/>
          </ac:spMkLst>
        </pc:spChg>
        <pc:spChg chg="mod">
          <ac:chgData name="Luis Huang" userId="111aba2a75f714b4" providerId="LiveId" clId="{D9612769-B823-4D29-98A9-80E79906DE63}" dt="2026-10-01T17:30:37.095" v="215" actId="1035"/>
          <ac:spMkLst>
            <pc:docMk/>
            <pc:sldMk cId="1334651649" sldId="262"/>
            <ac:spMk id="44" creationId="{6F1C8D30-5E97-4AE2-9C3C-BE7B9ACFDBC8}"/>
          </ac:spMkLst>
        </pc:spChg>
        <pc:spChg chg="del">
          <ac:chgData name="Luis Huang" userId="111aba2a75f714b4" providerId="LiveId" clId="{D9612769-B823-4D29-98A9-80E79906DE63}" dt="2026-10-01T17:30:17.316" v="177" actId="478"/>
          <ac:spMkLst>
            <pc:docMk/>
            <pc:sldMk cId="1334651649" sldId="262"/>
            <ac:spMk id="45" creationId="{BB6535F7-884B-4475-9F40-3DDC34982BDD}"/>
          </ac:spMkLst>
        </pc:spChg>
        <pc:spChg chg="add del">
          <ac:chgData name="Luis Huang" userId="111aba2a75f714b4" providerId="LiveId" clId="{D9612769-B823-4D29-98A9-80E79906DE63}" dt="2026-10-01T17:29:37.172" v="169" actId="478"/>
          <ac:spMkLst>
            <pc:docMk/>
            <pc:sldMk cId="1334651649" sldId="262"/>
            <ac:spMk id="47" creationId="{9BB04023-0E15-2685-54E9-8AA4FA345F8E}"/>
          </ac:spMkLst>
        </pc:spChg>
      </pc:sldChg>
      <pc:sldChg chg="modSp mod">
        <pc:chgData name="Luis Huang" userId="111aba2a75f714b4" providerId="LiveId" clId="{D9612769-B823-4D29-98A9-80E79906DE63}" dt="2026-10-01T17:32:52.938" v="244" actId="27636"/>
        <pc:sldMkLst>
          <pc:docMk/>
          <pc:sldMk cId="665551315" sldId="263"/>
        </pc:sldMkLst>
        <pc:spChg chg="mod">
          <ac:chgData name="Luis Huang" userId="111aba2a75f714b4" providerId="LiveId" clId="{D9612769-B823-4D29-98A9-80E79906DE63}" dt="2026-10-01T17:23:39.198" v="48" actId="27636"/>
          <ac:spMkLst>
            <pc:docMk/>
            <pc:sldMk cId="665551315" sldId="263"/>
            <ac:spMk id="4" creationId="{C6EB6901-A8CB-4BDE-AA42-E1F18726CD2D}"/>
          </ac:spMkLst>
        </pc:spChg>
        <pc:spChg chg="mod">
          <ac:chgData name="Luis Huang" userId="111aba2a75f714b4" providerId="LiveId" clId="{D9612769-B823-4D29-98A9-80E79906DE63}" dt="2026-10-01T17:32:52.937" v="243" actId="27636"/>
          <ac:spMkLst>
            <pc:docMk/>
            <pc:sldMk cId="665551315" sldId="263"/>
            <ac:spMk id="6" creationId="{09BD24FB-3D3A-4823-A2BB-6457706D59FE}"/>
          </ac:spMkLst>
        </pc:spChg>
        <pc:spChg chg="mod">
          <ac:chgData name="Luis Huang" userId="111aba2a75f714b4" providerId="LiveId" clId="{D9612769-B823-4D29-98A9-80E79906DE63}" dt="2026-10-01T17:32:52.938" v="244" actId="27636"/>
          <ac:spMkLst>
            <pc:docMk/>
            <pc:sldMk cId="665551315" sldId="263"/>
            <ac:spMk id="7" creationId="{739ED03A-E01C-4734-A2F7-83F94B686166}"/>
          </ac:spMkLst>
        </pc:spChg>
        <pc:spChg chg="mod">
          <ac:chgData name="Luis Huang" userId="111aba2a75f714b4" providerId="LiveId" clId="{D9612769-B823-4D29-98A9-80E79906DE63}" dt="2026-10-01T17:23:39.201" v="49" actId="27636"/>
          <ac:spMkLst>
            <pc:docMk/>
            <pc:sldMk cId="665551315" sldId="263"/>
            <ac:spMk id="23" creationId="{E03C63A0-A265-4BAC-AF41-7C2953B9E1C8}"/>
          </ac:spMkLst>
        </pc:spChg>
        <pc:spChg chg="mod">
          <ac:chgData name="Luis Huang" userId="111aba2a75f714b4" providerId="LiveId" clId="{D9612769-B823-4D29-98A9-80E79906DE63}" dt="2026-10-01T17:23:39.197" v="46" actId="27636"/>
          <ac:spMkLst>
            <pc:docMk/>
            <pc:sldMk cId="665551315" sldId="263"/>
            <ac:spMk id="28" creationId="{CE4264DB-2EE7-4D53-98DF-B16DD5687BC8}"/>
          </ac:spMkLst>
        </pc:spChg>
      </pc:sldChg>
      <pc:sldChg chg="modSp mod">
        <pc:chgData name="Luis Huang" userId="111aba2a75f714b4" providerId="LiveId" clId="{D9612769-B823-4D29-98A9-80E79906DE63}" dt="2026-10-01T17:23:39.213" v="57" actId="27636"/>
        <pc:sldMkLst>
          <pc:docMk/>
          <pc:sldMk cId="1305668427" sldId="264"/>
        </pc:sldMkLst>
        <pc:spChg chg="mod">
          <ac:chgData name="Luis Huang" userId="111aba2a75f714b4" providerId="LiveId" clId="{D9612769-B823-4D29-98A9-80E79906DE63}" dt="2026-10-01T17:23:39.211" v="55" actId="27636"/>
          <ac:spMkLst>
            <pc:docMk/>
            <pc:sldMk cId="1305668427" sldId="264"/>
            <ac:spMk id="4" creationId="{63453B6E-D17C-44B0-88C4-D9D1C0EEB277}"/>
          </ac:spMkLst>
        </pc:spChg>
        <pc:spChg chg="mod">
          <ac:chgData name="Luis Huang" userId="111aba2a75f714b4" providerId="LiveId" clId="{D9612769-B823-4D29-98A9-80E79906DE63}" dt="2026-10-01T17:23:39.210" v="54" actId="27636"/>
          <ac:spMkLst>
            <pc:docMk/>
            <pc:sldMk cId="1305668427" sldId="264"/>
            <ac:spMk id="6" creationId="{10EE5E9B-1F20-4E43-9105-EDD0CDA25CA3}"/>
          </ac:spMkLst>
        </pc:spChg>
        <pc:spChg chg="mod">
          <ac:chgData name="Luis Huang" userId="111aba2a75f714b4" providerId="LiveId" clId="{D9612769-B823-4D29-98A9-80E79906DE63}" dt="2026-10-01T17:23:39.206" v="50" actId="27636"/>
          <ac:spMkLst>
            <pc:docMk/>
            <pc:sldMk cId="1305668427" sldId="264"/>
            <ac:spMk id="7" creationId="{4D0128E9-CD68-4BAD-B57B-11745B6273D6}"/>
          </ac:spMkLst>
        </pc:spChg>
        <pc:spChg chg="mod">
          <ac:chgData name="Luis Huang" userId="111aba2a75f714b4" providerId="LiveId" clId="{D9612769-B823-4D29-98A9-80E79906DE63}" dt="2026-10-01T17:23:39.212" v="56" actId="27636"/>
          <ac:spMkLst>
            <pc:docMk/>
            <pc:sldMk cId="1305668427" sldId="264"/>
            <ac:spMk id="9" creationId="{E4B5DE38-4E83-4F5B-9F35-DC8311CFD72C}"/>
          </ac:spMkLst>
        </pc:spChg>
        <pc:spChg chg="mod">
          <ac:chgData name="Luis Huang" userId="111aba2a75f714b4" providerId="LiveId" clId="{D9612769-B823-4D29-98A9-80E79906DE63}" dt="2026-10-01T17:23:39.209" v="53" actId="27636"/>
          <ac:spMkLst>
            <pc:docMk/>
            <pc:sldMk cId="1305668427" sldId="264"/>
            <ac:spMk id="14" creationId="{45145D4E-8FAE-4656-BA37-D11C92F17100}"/>
          </ac:spMkLst>
        </pc:spChg>
        <pc:spChg chg="mod">
          <ac:chgData name="Luis Huang" userId="111aba2a75f714b4" providerId="LiveId" clId="{D9612769-B823-4D29-98A9-80E79906DE63}" dt="2026-10-01T17:23:39.213" v="57" actId="27636"/>
          <ac:spMkLst>
            <pc:docMk/>
            <pc:sldMk cId="1305668427" sldId="264"/>
            <ac:spMk id="19" creationId="{BB8900B7-7708-4B3D-801F-A133A3C6C92D}"/>
          </ac:spMkLst>
        </pc:spChg>
        <pc:spChg chg="mod">
          <ac:chgData name="Luis Huang" userId="111aba2a75f714b4" providerId="LiveId" clId="{D9612769-B823-4D29-98A9-80E79906DE63}" dt="2026-10-01T17:23:39.207" v="51" actId="27636"/>
          <ac:spMkLst>
            <pc:docMk/>
            <pc:sldMk cId="1305668427" sldId="264"/>
            <ac:spMk id="24" creationId="{3FAEEB24-5F86-458C-A145-F4E1ACDA2FA4}"/>
          </ac:spMkLst>
        </pc:spChg>
        <pc:spChg chg="mod">
          <ac:chgData name="Luis Huang" userId="111aba2a75f714b4" providerId="LiveId" clId="{D9612769-B823-4D29-98A9-80E79906DE63}" dt="2026-10-01T17:23:39.208" v="52" actId="27636"/>
          <ac:spMkLst>
            <pc:docMk/>
            <pc:sldMk cId="1305668427" sldId="264"/>
            <ac:spMk id="29" creationId="{9442B4F3-54AD-4FF9-B3F7-FD5588614DCD}"/>
          </ac:spMkLst>
        </pc:spChg>
      </pc:sldChg>
      <pc:sldChg chg="modSp mod">
        <pc:chgData name="Luis Huang" userId="111aba2a75f714b4" providerId="LiveId" clId="{D9612769-B823-4D29-98A9-80E79906DE63}" dt="2026-10-01T17:23:39.222" v="64" actId="27636"/>
        <pc:sldMkLst>
          <pc:docMk/>
          <pc:sldMk cId="1688108573" sldId="265"/>
        </pc:sldMkLst>
        <pc:spChg chg="mod">
          <ac:chgData name="Luis Huang" userId="111aba2a75f714b4" providerId="LiveId" clId="{D9612769-B823-4D29-98A9-80E79906DE63}" dt="2026-10-01T17:23:39.220" v="61" actId="27636"/>
          <ac:spMkLst>
            <pc:docMk/>
            <pc:sldMk cId="1688108573" sldId="265"/>
            <ac:spMk id="4" creationId="{2FB8B74F-F286-496D-A65C-DFBAC1AE841E}"/>
          </ac:spMkLst>
        </pc:spChg>
        <pc:spChg chg="mod">
          <ac:chgData name="Luis Huang" userId="111aba2a75f714b4" providerId="LiveId" clId="{D9612769-B823-4D29-98A9-80E79906DE63}" dt="2026-10-01T17:23:39.217" v="58" actId="27636"/>
          <ac:spMkLst>
            <pc:docMk/>
            <pc:sldMk cId="1688108573" sldId="265"/>
            <ac:spMk id="6" creationId="{B8C436C8-7DBF-4050-B45F-C0C7B9298D14}"/>
          </ac:spMkLst>
        </pc:spChg>
        <pc:spChg chg="mod">
          <ac:chgData name="Luis Huang" userId="111aba2a75f714b4" providerId="LiveId" clId="{D9612769-B823-4D29-98A9-80E79906DE63}" dt="2026-10-01T17:23:39.218" v="59" actId="27636"/>
          <ac:spMkLst>
            <pc:docMk/>
            <pc:sldMk cId="1688108573" sldId="265"/>
            <ac:spMk id="7" creationId="{F1C6FDF5-62DB-4211-8D82-08EF6DF838DC}"/>
          </ac:spMkLst>
        </pc:spChg>
        <pc:spChg chg="mod">
          <ac:chgData name="Luis Huang" userId="111aba2a75f714b4" providerId="LiveId" clId="{D9612769-B823-4D29-98A9-80E79906DE63}" dt="2026-10-01T17:23:39.220" v="62" actId="27636"/>
          <ac:spMkLst>
            <pc:docMk/>
            <pc:sldMk cId="1688108573" sldId="265"/>
            <ac:spMk id="10" creationId="{93B929F3-E7B3-471B-BC90-14E03F5C1C04}"/>
          </ac:spMkLst>
        </pc:spChg>
        <pc:spChg chg="mod">
          <ac:chgData name="Luis Huang" userId="111aba2a75f714b4" providerId="LiveId" clId="{D9612769-B823-4D29-98A9-80E79906DE63}" dt="2026-10-01T17:23:39.219" v="60" actId="27636"/>
          <ac:spMkLst>
            <pc:docMk/>
            <pc:sldMk cId="1688108573" sldId="265"/>
            <ac:spMk id="11" creationId="{CCDBB01C-D57E-4FC9-8C4B-1635FDF47725}"/>
          </ac:spMkLst>
        </pc:spChg>
        <pc:spChg chg="mod">
          <ac:chgData name="Luis Huang" userId="111aba2a75f714b4" providerId="LiveId" clId="{D9612769-B823-4D29-98A9-80E79906DE63}" dt="2026-10-01T17:23:39.222" v="64" actId="27636"/>
          <ac:spMkLst>
            <pc:docMk/>
            <pc:sldMk cId="1688108573" sldId="265"/>
            <ac:spMk id="15" creationId="{8A0B6637-9075-4FEE-9E2E-72832B8DCF23}"/>
          </ac:spMkLst>
        </pc:spChg>
        <pc:spChg chg="mod">
          <ac:chgData name="Luis Huang" userId="111aba2a75f714b4" providerId="LiveId" clId="{D9612769-B823-4D29-98A9-80E79906DE63}" dt="2026-10-01T17:23:39.221" v="63" actId="27636"/>
          <ac:spMkLst>
            <pc:docMk/>
            <pc:sldMk cId="1688108573" sldId="265"/>
            <ac:spMk id="16" creationId="{174E01CC-E0BC-4B6E-88C0-8550C94E4515}"/>
          </ac:spMkLst>
        </pc:spChg>
      </pc:sldChg>
      <pc:sldChg chg="modSp mod">
        <pc:chgData name="Luis Huang" userId="111aba2a75f714b4" providerId="LiveId" clId="{D9612769-B823-4D29-98A9-80E79906DE63}" dt="2026-10-01T17:23:39.233" v="73" actId="27636"/>
        <pc:sldMkLst>
          <pc:docMk/>
          <pc:sldMk cId="22741072" sldId="266"/>
        </pc:sldMkLst>
        <pc:spChg chg="mod">
          <ac:chgData name="Luis Huang" userId="111aba2a75f714b4" providerId="LiveId" clId="{D9612769-B823-4D29-98A9-80E79906DE63}" dt="2026-10-01T17:23:39.229" v="68" actId="27636"/>
          <ac:spMkLst>
            <pc:docMk/>
            <pc:sldMk cId="22741072" sldId="266"/>
            <ac:spMk id="4" creationId="{A163DB2E-4347-436D-A8DC-7A553FCB8825}"/>
          </ac:spMkLst>
        </pc:spChg>
        <pc:spChg chg="mod">
          <ac:chgData name="Luis Huang" userId="111aba2a75f714b4" providerId="LiveId" clId="{D9612769-B823-4D29-98A9-80E79906DE63}" dt="2026-10-01T17:23:39.227" v="65" actId="27636"/>
          <ac:spMkLst>
            <pc:docMk/>
            <pc:sldMk cId="22741072" sldId="266"/>
            <ac:spMk id="6" creationId="{C61D171B-4CB5-4188-8381-28CD148AACCA}"/>
          </ac:spMkLst>
        </pc:spChg>
        <pc:spChg chg="mod">
          <ac:chgData name="Luis Huang" userId="111aba2a75f714b4" providerId="LiveId" clId="{D9612769-B823-4D29-98A9-80E79906DE63}" dt="2026-10-01T17:23:39.231" v="70" actId="27636"/>
          <ac:spMkLst>
            <pc:docMk/>
            <pc:sldMk cId="22741072" sldId="266"/>
            <ac:spMk id="7" creationId="{DB12C2C0-74AE-4B22-BD8D-F7D3BAA167A4}"/>
          </ac:spMkLst>
        </pc:spChg>
        <pc:spChg chg="mod">
          <ac:chgData name="Luis Huang" userId="111aba2a75f714b4" providerId="LiveId" clId="{D9612769-B823-4D29-98A9-80E79906DE63}" dt="2026-10-01T17:23:39.232" v="71" actId="27636"/>
          <ac:spMkLst>
            <pc:docMk/>
            <pc:sldMk cId="22741072" sldId="266"/>
            <ac:spMk id="8" creationId="{2CFDBB88-996B-4166-993C-07E3A87D9E04}"/>
          </ac:spMkLst>
        </pc:spChg>
        <pc:spChg chg="mod">
          <ac:chgData name="Luis Huang" userId="111aba2a75f714b4" providerId="LiveId" clId="{D9612769-B823-4D29-98A9-80E79906DE63}" dt="2026-10-01T17:23:39.228" v="66" actId="27636"/>
          <ac:spMkLst>
            <pc:docMk/>
            <pc:sldMk cId="22741072" sldId="266"/>
            <ac:spMk id="11" creationId="{D5E230A1-13D4-4E1E-A0C3-1B2CBE40A41A}"/>
          </ac:spMkLst>
        </pc:spChg>
        <pc:spChg chg="mod">
          <ac:chgData name="Luis Huang" userId="111aba2a75f714b4" providerId="LiveId" clId="{D9612769-B823-4D29-98A9-80E79906DE63}" dt="2026-10-01T17:23:39.230" v="69" actId="27636"/>
          <ac:spMkLst>
            <pc:docMk/>
            <pc:sldMk cId="22741072" sldId="266"/>
            <ac:spMk id="14" creationId="{7F378891-FA7F-4BB8-B8E4-179D59AE14F3}"/>
          </ac:spMkLst>
        </pc:spChg>
        <pc:spChg chg="mod">
          <ac:chgData name="Luis Huang" userId="111aba2a75f714b4" providerId="LiveId" clId="{D9612769-B823-4D29-98A9-80E79906DE63}" dt="2026-10-01T17:23:39.228" v="67" actId="27636"/>
          <ac:spMkLst>
            <pc:docMk/>
            <pc:sldMk cId="22741072" sldId="266"/>
            <ac:spMk id="17" creationId="{D92F8BC4-A445-405F-B628-6804F622ED4A}"/>
          </ac:spMkLst>
        </pc:spChg>
        <pc:spChg chg="mod">
          <ac:chgData name="Luis Huang" userId="111aba2a75f714b4" providerId="LiveId" clId="{D9612769-B823-4D29-98A9-80E79906DE63}" dt="2026-10-01T17:23:39.233" v="72" actId="27636"/>
          <ac:spMkLst>
            <pc:docMk/>
            <pc:sldMk cId="22741072" sldId="266"/>
            <ac:spMk id="21" creationId="{2D434F11-E2C3-445F-BA2F-0B92778D2E26}"/>
          </ac:spMkLst>
        </pc:spChg>
        <pc:spChg chg="mod">
          <ac:chgData name="Luis Huang" userId="111aba2a75f714b4" providerId="LiveId" clId="{D9612769-B823-4D29-98A9-80E79906DE63}" dt="2026-10-01T17:23:39.233" v="73" actId="27636"/>
          <ac:spMkLst>
            <pc:docMk/>
            <pc:sldMk cId="22741072" sldId="266"/>
            <ac:spMk id="23" creationId="{0B2D8542-1607-4103-B2CB-5B8FB1CC98F8}"/>
          </ac:spMkLst>
        </pc:spChg>
      </pc:sldChg>
      <pc:sldChg chg="modSp mod">
        <pc:chgData name="Luis Huang" userId="111aba2a75f714b4" providerId="LiveId" clId="{D9612769-B823-4D29-98A9-80E79906DE63}" dt="2026-10-01T17:23:39.242" v="80" actId="27636"/>
        <pc:sldMkLst>
          <pc:docMk/>
          <pc:sldMk cId="1553352561" sldId="267"/>
        </pc:sldMkLst>
        <pc:spChg chg="mod">
          <ac:chgData name="Luis Huang" userId="111aba2a75f714b4" providerId="LiveId" clId="{D9612769-B823-4D29-98A9-80E79906DE63}" dt="2026-10-01T17:23:39.237" v="74" actId="27636"/>
          <ac:spMkLst>
            <pc:docMk/>
            <pc:sldMk cId="1553352561" sldId="267"/>
            <ac:spMk id="4" creationId="{67961DFB-811A-4848-8A1B-93F40F9BB904}"/>
          </ac:spMkLst>
        </pc:spChg>
        <pc:spChg chg="mod">
          <ac:chgData name="Luis Huang" userId="111aba2a75f714b4" providerId="LiveId" clId="{D9612769-B823-4D29-98A9-80E79906DE63}" dt="2026-10-01T17:23:39.238" v="76" actId="27636"/>
          <ac:spMkLst>
            <pc:docMk/>
            <pc:sldMk cId="1553352561" sldId="267"/>
            <ac:spMk id="6" creationId="{A20A4D35-8EF8-4485-9031-6CC72AF9DB88}"/>
          </ac:spMkLst>
        </pc:spChg>
        <pc:spChg chg="mod">
          <ac:chgData name="Luis Huang" userId="111aba2a75f714b4" providerId="LiveId" clId="{D9612769-B823-4D29-98A9-80E79906DE63}" dt="2026-10-01T17:23:39.240" v="78" actId="27636"/>
          <ac:spMkLst>
            <pc:docMk/>
            <pc:sldMk cId="1553352561" sldId="267"/>
            <ac:spMk id="7" creationId="{D708D63E-5F2A-4F17-A48F-A239DFF7B87C}"/>
          </ac:spMkLst>
        </pc:spChg>
        <pc:spChg chg="mod">
          <ac:chgData name="Luis Huang" userId="111aba2a75f714b4" providerId="LiveId" clId="{D9612769-B823-4D29-98A9-80E79906DE63}" dt="2026-10-01T17:23:39.237" v="75" actId="27636"/>
          <ac:spMkLst>
            <pc:docMk/>
            <pc:sldMk cId="1553352561" sldId="267"/>
            <ac:spMk id="9" creationId="{C3CEFD91-BE78-4ADD-8337-5237A5636CA3}"/>
          </ac:spMkLst>
        </pc:spChg>
        <pc:spChg chg="mod">
          <ac:chgData name="Luis Huang" userId="111aba2a75f714b4" providerId="LiveId" clId="{D9612769-B823-4D29-98A9-80E79906DE63}" dt="2026-10-01T17:23:39.239" v="77" actId="27636"/>
          <ac:spMkLst>
            <pc:docMk/>
            <pc:sldMk cId="1553352561" sldId="267"/>
            <ac:spMk id="14" creationId="{EA762373-ACD5-428E-938F-2A8FDF697A3E}"/>
          </ac:spMkLst>
        </pc:spChg>
        <pc:spChg chg="mod">
          <ac:chgData name="Luis Huang" userId="111aba2a75f714b4" providerId="LiveId" clId="{D9612769-B823-4D29-98A9-80E79906DE63}" dt="2026-10-01T17:23:39.240" v="79" actId="27636"/>
          <ac:spMkLst>
            <pc:docMk/>
            <pc:sldMk cId="1553352561" sldId="267"/>
            <ac:spMk id="19" creationId="{F1DD25F7-4520-43BF-8ACF-C97DF9940693}"/>
          </ac:spMkLst>
        </pc:spChg>
        <pc:spChg chg="mod">
          <ac:chgData name="Luis Huang" userId="111aba2a75f714b4" providerId="LiveId" clId="{D9612769-B823-4D29-98A9-80E79906DE63}" dt="2026-10-01T17:23:39.242" v="80" actId="27636"/>
          <ac:spMkLst>
            <pc:docMk/>
            <pc:sldMk cId="1553352561" sldId="267"/>
            <ac:spMk id="24" creationId="{773E5602-E6A1-4C7D-8D69-8BB1C6136364}"/>
          </ac:spMkLst>
        </pc:spChg>
      </pc:sldChg>
      <pc:sldChg chg="modSp mod">
        <pc:chgData name="Luis Huang" userId="111aba2a75f714b4" providerId="LiveId" clId="{D9612769-B823-4D29-98A9-80E79906DE63}" dt="2026-10-01T17:23:39.252" v="89" actId="27636"/>
        <pc:sldMkLst>
          <pc:docMk/>
          <pc:sldMk cId="302661535" sldId="268"/>
        </pc:sldMkLst>
        <pc:spChg chg="mod">
          <ac:chgData name="Luis Huang" userId="111aba2a75f714b4" providerId="LiveId" clId="{D9612769-B823-4D29-98A9-80E79906DE63}" dt="2026-10-01T17:23:39.250" v="85" actId="27636"/>
          <ac:spMkLst>
            <pc:docMk/>
            <pc:sldMk cId="302661535" sldId="268"/>
            <ac:spMk id="4" creationId="{30C199AA-B04B-4F6A-ACC3-926E38A228B0}"/>
          </ac:spMkLst>
        </pc:spChg>
        <pc:spChg chg="mod">
          <ac:chgData name="Luis Huang" userId="111aba2a75f714b4" providerId="LiveId" clId="{D9612769-B823-4D29-98A9-80E79906DE63}" dt="2026-10-01T17:23:39.252" v="88" actId="27636"/>
          <ac:spMkLst>
            <pc:docMk/>
            <pc:sldMk cId="302661535" sldId="268"/>
            <ac:spMk id="6" creationId="{12C355CC-EF56-4CFC-B33E-5EA4B6F60F77}"/>
          </ac:spMkLst>
        </pc:spChg>
        <pc:spChg chg="mod">
          <ac:chgData name="Luis Huang" userId="111aba2a75f714b4" providerId="LiveId" clId="{D9612769-B823-4D29-98A9-80E79906DE63}" dt="2026-10-01T17:23:39.247" v="81" actId="27636"/>
          <ac:spMkLst>
            <pc:docMk/>
            <pc:sldMk cId="302661535" sldId="268"/>
            <ac:spMk id="7" creationId="{264B8365-BB1B-44B4-8AE3-7E02DA0B997C}"/>
          </ac:spMkLst>
        </pc:spChg>
        <pc:spChg chg="mod">
          <ac:chgData name="Luis Huang" userId="111aba2a75f714b4" providerId="LiveId" clId="{D9612769-B823-4D29-98A9-80E79906DE63}" dt="2026-10-01T17:23:39.247" v="82" actId="27636"/>
          <ac:spMkLst>
            <pc:docMk/>
            <pc:sldMk cId="302661535" sldId="268"/>
            <ac:spMk id="10" creationId="{F8F6AB9D-B537-4D82-A607-EEEC44A90E26}"/>
          </ac:spMkLst>
        </pc:spChg>
        <pc:spChg chg="mod">
          <ac:chgData name="Luis Huang" userId="111aba2a75f714b4" providerId="LiveId" clId="{D9612769-B823-4D29-98A9-80E79906DE63}" dt="2026-10-01T17:23:39.248" v="83" actId="27636"/>
          <ac:spMkLst>
            <pc:docMk/>
            <pc:sldMk cId="302661535" sldId="268"/>
            <ac:spMk id="11" creationId="{5B0C0CA7-99B4-4933-B46A-154764D7F2F1}"/>
          </ac:spMkLst>
        </pc:spChg>
        <pc:spChg chg="mod">
          <ac:chgData name="Luis Huang" userId="111aba2a75f714b4" providerId="LiveId" clId="{D9612769-B823-4D29-98A9-80E79906DE63}" dt="2026-10-01T17:23:39.250" v="86" actId="27636"/>
          <ac:spMkLst>
            <pc:docMk/>
            <pc:sldMk cId="302661535" sldId="268"/>
            <ac:spMk id="15" creationId="{3F1151C5-5843-4321-B49D-44D0B85CB24E}"/>
          </ac:spMkLst>
        </pc:spChg>
        <pc:spChg chg="mod">
          <ac:chgData name="Luis Huang" userId="111aba2a75f714b4" providerId="LiveId" clId="{D9612769-B823-4D29-98A9-80E79906DE63}" dt="2026-10-01T17:23:39.252" v="89" actId="27636"/>
          <ac:spMkLst>
            <pc:docMk/>
            <pc:sldMk cId="302661535" sldId="268"/>
            <ac:spMk id="16" creationId="{A72B26E3-0FA9-4A12-B374-A32304E0CAD2}"/>
          </ac:spMkLst>
        </pc:spChg>
        <pc:spChg chg="mod">
          <ac:chgData name="Luis Huang" userId="111aba2a75f714b4" providerId="LiveId" clId="{D9612769-B823-4D29-98A9-80E79906DE63}" dt="2026-10-01T17:23:39.249" v="84" actId="27636"/>
          <ac:spMkLst>
            <pc:docMk/>
            <pc:sldMk cId="302661535" sldId="268"/>
            <ac:spMk id="20" creationId="{56FCB3D9-E670-4246-AFE1-F26DDEEE2EF1}"/>
          </ac:spMkLst>
        </pc:spChg>
        <pc:spChg chg="mod">
          <ac:chgData name="Luis Huang" userId="111aba2a75f714b4" providerId="LiveId" clId="{D9612769-B823-4D29-98A9-80E79906DE63}" dt="2026-10-01T17:23:39.251" v="87" actId="27636"/>
          <ac:spMkLst>
            <pc:docMk/>
            <pc:sldMk cId="302661535" sldId="268"/>
            <ac:spMk id="21" creationId="{F73E3345-B305-4DDF-9E14-C3107BF03E50}"/>
          </ac:spMkLst>
        </pc:spChg>
      </pc:sldChg>
      <pc:sldChg chg="modSp mod">
        <pc:chgData name="Luis Huang" userId="111aba2a75f714b4" providerId="LiveId" clId="{D9612769-B823-4D29-98A9-80E79906DE63}" dt="2026-10-01T17:23:39.261" v="95" actId="27636"/>
        <pc:sldMkLst>
          <pc:docMk/>
          <pc:sldMk cId="1552559139" sldId="269"/>
        </pc:sldMkLst>
        <pc:spChg chg="mod">
          <ac:chgData name="Luis Huang" userId="111aba2a75f714b4" providerId="LiveId" clId="{D9612769-B823-4D29-98A9-80E79906DE63}" dt="2026-10-01T17:23:39.261" v="95" actId="27636"/>
          <ac:spMkLst>
            <pc:docMk/>
            <pc:sldMk cId="1552559139" sldId="269"/>
            <ac:spMk id="4" creationId="{2E961053-4F36-4DCC-955C-56BA53693F55}"/>
          </ac:spMkLst>
        </pc:spChg>
        <pc:spChg chg="mod">
          <ac:chgData name="Luis Huang" userId="111aba2a75f714b4" providerId="LiveId" clId="{D9612769-B823-4D29-98A9-80E79906DE63}" dt="2026-10-01T17:23:39.258" v="91" actId="27636"/>
          <ac:spMkLst>
            <pc:docMk/>
            <pc:sldMk cId="1552559139" sldId="269"/>
            <ac:spMk id="6" creationId="{FDFECD3B-CCC0-4375-893A-D479B50C8886}"/>
          </ac:spMkLst>
        </pc:spChg>
        <pc:spChg chg="mod">
          <ac:chgData name="Luis Huang" userId="111aba2a75f714b4" providerId="LiveId" clId="{D9612769-B823-4D29-98A9-80E79906DE63}" dt="2026-10-01T17:23:39.260" v="93" actId="27636"/>
          <ac:spMkLst>
            <pc:docMk/>
            <pc:sldMk cId="1552559139" sldId="269"/>
            <ac:spMk id="7" creationId="{CD7B4ADD-17BB-4FC3-B8A3-557FE41248D1}"/>
          </ac:spMkLst>
        </pc:spChg>
        <pc:spChg chg="mod">
          <ac:chgData name="Luis Huang" userId="111aba2a75f714b4" providerId="LiveId" clId="{D9612769-B823-4D29-98A9-80E79906DE63}" dt="2026-10-01T17:23:39.261" v="94" actId="27636"/>
          <ac:spMkLst>
            <pc:docMk/>
            <pc:sldMk cId="1552559139" sldId="269"/>
            <ac:spMk id="8" creationId="{1F32F254-F8C7-42C9-9A22-D5B3ECBD9F25}"/>
          </ac:spMkLst>
        </pc:spChg>
        <pc:spChg chg="mod">
          <ac:chgData name="Luis Huang" userId="111aba2a75f714b4" providerId="LiveId" clId="{D9612769-B823-4D29-98A9-80E79906DE63}" dt="2026-10-01T17:23:39.257" v="90" actId="27636"/>
          <ac:spMkLst>
            <pc:docMk/>
            <pc:sldMk cId="1552559139" sldId="269"/>
            <ac:spMk id="9" creationId="{373577C7-5384-4D51-B742-B4EAEAE6BBAE}"/>
          </ac:spMkLst>
        </pc:spChg>
        <pc:spChg chg="mod">
          <ac:chgData name="Luis Huang" userId="111aba2a75f714b4" providerId="LiveId" clId="{D9612769-B823-4D29-98A9-80E79906DE63}" dt="2026-10-01T17:23:39.259" v="92" actId="27636"/>
          <ac:spMkLst>
            <pc:docMk/>
            <pc:sldMk cId="1552559139" sldId="269"/>
            <ac:spMk id="10" creationId="{D4DD550D-0CDC-43D3-AD9E-F4B15B18EADE}"/>
          </ac:spMkLst>
        </pc:spChg>
      </pc:sldChg>
      <pc:sldChg chg="modSp mod">
        <pc:chgData name="Luis Huang" userId="111aba2a75f714b4" providerId="LiveId" clId="{D9612769-B823-4D29-98A9-80E79906DE63}" dt="2026-10-01T17:23:39.269" v="99" actId="27636"/>
        <pc:sldMkLst>
          <pc:docMk/>
          <pc:sldMk cId="239505281" sldId="270"/>
        </pc:sldMkLst>
        <pc:spChg chg="mod">
          <ac:chgData name="Luis Huang" userId="111aba2a75f714b4" providerId="LiveId" clId="{D9612769-B823-4D29-98A9-80E79906DE63}" dt="2026-10-01T17:23:39.268" v="98" actId="27636"/>
          <ac:spMkLst>
            <pc:docMk/>
            <pc:sldMk cId="239505281" sldId="270"/>
            <ac:spMk id="4" creationId="{89ACD546-B0A7-4CCF-B5F6-DBC3A0467BBE}"/>
          </ac:spMkLst>
        </pc:spChg>
        <pc:spChg chg="mod">
          <ac:chgData name="Luis Huang" userId="111aba2a75f714b4" providerId="LiveId" clId="{D9612769-B823-4D29-98A9-80E79906DE63}" dt="2026-10-01T17:23:39.269" v="99" actId="27636"/>
          <ac:spMkLst>
            <pc:docMk/>
            <pc:sldMk cId="239505281" sldId="270"/>
            <ac:spMk id="6" creationId="{EBCBA692-FBAD-4E0C-B843-8A42F4C1E848}"/>
          </ac:spMkLst>
        </pc:spChg>
        <pc:spChg chg="mod">
          <ac:chgData name="Luis Huang" userId="111aba2a75f714b4" providerId="LiveId" clId="{D9612769-B823-4D29-98A9-80E79906DE63}" dt="2026-10-01T17:23:39.266" v="96" actId="27636"/>
          <ac:spMkLst>
            <pc:docMk/>
            <pc:sldMk cId="239505281" sldId="270"/>
            <ac:spMk id="7" creationId="{0A949543-D1D9-46A1-A24B-DDA1969F6E21}"/>
          </ac:spMkLst>
        </pc:spChg>
        <pc:spChg chg="mod">
          <ac:chgData name="Luis Huang" userId="111aba2a75f714b4" providerId="LiveId" clId="{D9612769-B823-4D29-98A9-80E79906DE63}" dt="2026-10-01T17:23:39.267" v="97" actId="27636"/>
          <ac:spMkLst>
            <pc:docMk/>
            <pc:sldMk cId="239505281" sldId="270"/>
            <ac:spMk id="27" creationId="{AF750409-EAE3-41BE-8CA3-45430E99351E}"/>
          </ac:spMkLst>
        </pc:spChg>
      </pc:sldChg>
      <pc:sldChg chg="modSp mod">
        <pc:chgData name="Luis Huang" userId="111aba2a75f714b4" providerId="LiveId" clId="{D9612769-B823-4D29-98A9-80E79906DE63}" dt="2026-10-01T17:23:39.276" v="103" actId="27636"/>
        <pc:sldMkLst>
          <pc:docMk/>
          <pc:sldMk cId="1373125856" sldId="271"/>
        </pc:sldMkLst>
        <pc:spChg chg="mod">
          <ac:chgData name="Luis Huang" userId="111aba2a75f714b4" providerId="LiveId" clId="{D9612769-B823-4D29-98A9-80E79906DE63}" dt="2026-10-01T17:23:39.276" v="103" actId="27636"/>
          <ac:spMkLst>
            <pc:docMk/>
            <pc:sldMk cId="1373125856" sldId="271"/>
            <ac:spMk id="4" creationId="{D76990CC-031A-4FAB-8894-B3162BBD798B}"/>
          </ac:spMkLst>
        </pc:spChg>
        <pc:spChg chg="mod">
          <ac:chgData name="Luis Huang" userId="111aba2a75f714b4" providerId="LiveId" clId="{D9612769-B823-4D29-98A9-80E79906DE63}" dt="2026-10-01T17:23:39.274" v="101" actId="27636"/>
          <ac:spMkLst>
            <pc:docMk/>
            <pc:sldMk cId="1373125856" sldId="271"/>
            <ac:spMk id="6" creationId="{802A3162-3E96-4380-A4F8-CAEF2B4374E1}"/>
          </ac:spMkLst>
        </pc:spChg>
        <pc:spChg chg="mod">
          <ac:chgData name="Luis Huang" userId="111aba2a75f714b4" providerId="LiveId" clId="{D9612769-B823-4D29-98A9-80E79906DE63}" dt="2026-10-01T17:23:39.274" v="100" actId="27636"/>
          <ac:spMkLst>
            <pc:docMk/>
            <pc:sldMk cId="1373125856" sldId="271"/>
            <ac:spMk id="7" creationId="{F72A1379-D2E0-4C19-8E8B-96D2BFE17D19}"/>
          </ac:spMkLst>
        </pc:spChg>
        <pc:spChg chg="mod">
          <ac:chgData name="Luis Huang" userId="111aba2a75f714b4" providerId="LiveId" clId="{D9612769-B823-4D29-98A9-80E79906DE63}" dt="2026-10-01T17:23:39.275" v="102" actId="27636"/>
          <ac:spMkLst>
            <pc:docMk/>
            <pc:sldMk cId="1373125856" sldId="271"/>
            <ac:spMk id="14" creationId="{9125CED9-D22C-4231-AF30-E2C30A383DCA}"/>
          </ac:spMkLst>
        </pc:spChg>
      </pc:sldChg>
      <pc:sldChg chg="addSp delSp modSp add mod">
        <pc:chgData name="Luis Huang" userId="111aba2a75f714b4" providerId="LiveId" clId="{D9612769-B823-4D29-98A9-80E79906DE63}" dt="2026-10-01T17:28:44.780" v="163" actId="20577"/>
        <pc:sldMkLst>
          <pc:docMk/>
          <pc:sldMk cId="1000385458" sldId="272"/>
        </pc:sldMkLst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2" creationId="{430302F3-0098-7981-39E0-CEDEA968E63C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3" creationId="{CDA286E0-DB1E-9869-A818-98A132C3639F}"/>
          </ac:spMkLst>
        </pc:spChg>
        <pc:spChg chg="del">
          <ac:chgData name="Luis Huang" userId="111aba2a75f714b4" providerId="LiveId" clId="{D9612769-B823-4D29-98A9-80E79906DE63}" dt="2026-10-01T17:28:27.669" v="159" actId="478"/>
          <ac:spMkLst>
            <pc:docMk/>
            <pc:sldMk cId="1000385458" sldId="272"/>
            <ac:spMk id="5" creationId="{AC0F08A5-38CD-72DC-6709-A795872F37DA}"/>
          </ac:spMkLst>
        </pc:spChg>
        <pc:spChg chg="mod">
          <ac:chgData name="Luis Huang" userId="111aba2a75f714b4" providerId="LiveId" clId="{D9612769-B823-4D29-98A9-80E79906DE63}" dt="2026-10-01T17:28:17.655" v="157" actId="27636"/>
          <ac:spMkLst>
            <pc:docMk/>
            <pc:sldMk cId="1000385458" sldId="272"/>
            <ac:spMk id="6" creationId="{4FB41AB8-4B33-772F-D17E-870A89E9146D}"/>
          </ac:spMkLst>
        </pc:spChg>
        <pc:spChg chg="mod">
          <ac:chgData name="Luis Huang" userId="111aba2a75f714b4" providerId="LiveId" clId="{D9612769-B823-4D29-98A9-80E79906DE63}" dt="2026-10-01T17:28:17.651" v="156" actId="27636"/>
          <ac:spMkLst>
            <pc:docMk/>
            <pc:sldMk cId="1000385458" sldId="272"/>
            <ac:spMk id="7" creationId="{E0B4A878-911C-9BFD-5BCA-C5D58D05AF2A}"/>
          </ac:spMkLst>
        </pc:spChg>
        <pc:spChg chg="mod">
          <ac:chgData name="Luis Huang" userId="111aba2a75f714b4" providerId="LiveId" clId="{D9612769-B823-4D29-98A9-80E79906DE63}" dt="2026-10-01T17:28:44.780" v="163" actId="20577"/>
          <ac:spMkLst>
            <pc:docMk/>
            <pc:sldMk cId="1000385458" sldId="272"/>
            <ac:spMk id="9" creationId="{0F5C6D67-7C61-6C67-482D-BFA790246024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17" creationId="{1099A7BE-324E-71C2-AA7E-18D8CAAB0141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19" creationId="{5ABCDC9A-504B-6C43-7288-8FFAC39D4896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31" creationId="{2F6AF017-6547-C8BB-C927-B8786929554D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33" creationId="{F80C3074-3E53-5FDB-7CE7-DB64A4CD21CD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36" creationId="{F6615F0A-9840-931E-2D56-AE6FF9FEA362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42" creationId="{86DED6E7-8826-8605-4431-EC9626EAB4D0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43" creationId="{6E85C9A6-00ED-514C-BC7E-201858C014D0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44" creationId="{73F957D1-37A7-5A15-5205-1DED407C3E13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45" creationId="{2D69ABEF-1FC1-9D84-59B5-BC63A6427B8F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52" creationId="{1ADA8F06-CE0D-8D8F-CD34-4726BA73B205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54" creationId="{B701035F-CA0A-1223-1CE9-088EFE3795A4}"/>
          </ac:spMkLst>
        </pc:spChg>
        <pc:spChg chg="del">
          <ac:chgData name="Luis Huang" userId="111aba2a75f714b4" providerId="LiveId" clId="{D9612769-B823-4D29-98A9-80E79906DE63}" dt="2026-10-01T17:28:24.856" v="158" actId="478"/>
          <ac:spMkLst>
            <pc:docMk/>
            <pc:sldMk cId="1000385458" sldId="272"/>
            <ac:spMk id="55" creationId="{109EDAF9-31AA-2680-1FFC-36507BEED234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70" creationId="{706EA48D-437F-6B5E-8437-641DC47E89ED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74" creationId="{BEDE6043-BA4A-B396-BA95-2A097524E5D7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80" creationId="{B3F32FCC-3867-1852-7A19-52F6F8557C85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88" creationId="{2D115AEA-86B7-61A9-222F-9D033582ED86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90" creationId="{BCDE25D5-936C-5E7F-0D67-E44918BC34F4}"/>
          </ac:spMkLst>
        </pc:spChg>
        <pc:spChg chg="add">
          <ac:chgData name="Luis Huang" userId="111aba2a75f714b4" providerId="LiveId" clId="{D9612769-B823-4D29-98A9-80E79906DE63}" dt="2026-10-01T17:28:37.001" v="160" actId="22"/>
          <ac:spMkLst>
            <pc:docMk/>
            <pc:sldMk cId="1000385458" sldId="272"/>
            <ac:spMk id="98" creationId="{73FE2DB4-B998-9C61-8FC8-9FE2387F3F31}"/>
          </ac:spMkLst>
        </pc:spChg>
      </pc:sldChg>
      <pc:sldChg chg="modSp add del mod setBg">
        <pc:chgData name="Luis Huang" userId="111aba2a75f714b4" providerId="LiveId" clId="{D9612769-B823-4D29-98A9-80E79906DE63}" dt="2026-10-01T17:28:14.821" v="154" actId="2696"/>
        <pc:sldMkLst>
          <pc:docMk/>
          <pc:sldMk cId="2382587172" sldId="272"/>
        </pc:sldMkLst>
        <pc:spChg chg="mod">
          <ac:chgData name="Luis Huang" userId="111aba2a75f714b4" providerId="LiveId" clId="{D9612769-B823-4D29-98A9-80E79906DE63}" dt="2026-10-01T17:28:04.074" v="150" actId="27636"/>
          <ac:spMkLst>
            <pc:docMk/>
            <pc:sldMk cId="2382587172" sldId="272"/>
            <ac:spMk id="6" creationId="{ED800B4F-A513-1578-3854-F5C2DCD51794}"/>
          </ac:spMkLst>
        </pc:spChg>
        <pc:spChg chg="mod">
          <ac:chgData name="Luis Huang" userId="111aba2a75f714b4" providerId="LiveId" clId="{D9612769-B823-4D29-98A9-80E79906DE63}" dt="2026-10-01T17:28:04.077" v="151" actId="27636"/>
          <ac:spMkLst>
            <pc:docMk/>
            <pc:sldMk cId="2382587172" sldId="272"/>
            <ac:spMk id="7" creationId="{5023F462-915F-4CF7-25F3-E6DC54A9D6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consigna requiere la participación activa de los seis integrantes durante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316A3-B9F9-66D1-A3D6-515965E7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17F50-125A-68E5-AF64-30ACA9A63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137B7-529B-A6AC-5686-716C06CF0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A9406-EEE3-3D54-9828-257B434C10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85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Asegurar participación activa de todos los integrantes. El docente puede consultar a cualquier miembro sobre cualquier parte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E9870BB-1B1C-43C3-B8A6-5561701F98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524D92-5187-425E-8381-BD71F9D26B78}"/>
              </a:ext>
            </a:extLst>
          </p:cNvPr>
          <p:cNvSpPr>
            <a:spLocks noGrp="1"/>
          </p:cNvSpPr>
          <p:nvPr/>
        </p:nvSpPr>
        <p:spPr>
          <a:xfrm>
            <a:off x="8286750" y="95250"/>
            <a:ext cx="3905250" cy="6762750"/>
          </a:xfrm>
          <a:prstGeom prst="rect">
            <a:avLst/>
          </a:prstGeom>
          <a:solidFill>
            <a:srgbClr val="0B263D"/>
          </a:solidFill>
          <a:ln w="0">
            <a:solidFill>
              <a:srgbClr val="0B263D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5956765-E97F-4AE3-8510-2FDF5EBB9622}"/>
              </a:ext>
            </a:extLst>
          </p:cNvPr>
          <p:cNvSpPr>
            <a:spLocks noGrp="1"/>
          </p:cNvSpPr>
          <p:nvPr/>
        </p:nvSpPr>
        <p:spPr>
          <a:xfrm>
            <a:off x="742950" y="914400"/>
            <a:ext cx="619125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823" lnSpcReduction="10000"/>
          </a:bodyPr>
          <a:lstStyle/>
          <a:p>
            <a:pPr algn="l">
              <a:defRPr sz="51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6000899-8960-4000-B3A6-EC4B6A5EC84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68580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2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Generador de CV</a:t>
            </a:r>
          </a:p>
          <a:p>
            <a:pPr algn="l">
              <a:defRPr sz="32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con inteligencia artificial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143D05B-1FCE-4476-A7D5-081F4485E3D2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6477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333"/>
          </a:bodyPr>
          <a:lstStyle/>
          <a:p>
            <a:pPr algn="l">
              <a:defRPr sz="18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Trabajo Práctico Integrador</a:t>
            </a:r>
          </a:p>
          <a:p>
            <a:pPr algn="l">
              <a:defRPr sz="18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Inteligencia Artificial Aplicada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1964898-6B5E-40EB-B8AC-76A7C63ADAE9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6572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 lnSpcReduction="10000"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Ingeniería en Informática  ·  UNLaM  ·  2026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8AD062A-A0E2-4BA5-9D04-9948DE4D7CA5}"/>
              </a:ext>
            </a:extLst>
          </p:cNvPr>
          <p:cNvSpPr>
            <a:spLocks noGrp="1"/>
          </p:cNvSpPr>
          <p:nvPr/>
        </p:nvSpPr>
        <p:spPr>
          <a:xfrm>
            <a:off x="781050" y="4962525"/>
            <a:ext cx="62865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187E2E6-7794-403A-ABCB-E48C6A58C1A4}"/>
              </a:ext>
            </a:extLst>
          </p:cNvPr>
          <p:cNvSpPr>
            <a:spLocks noGrp="1"/>
          </p:cNvSpPr>
          <p:nvPr/>
        </p:nvSpPr>
        <p:spPr>
          <a:xfrm>
            <a:off x="781050" y="5153025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92" lnSpcReduction="10000"/>
          </a:bodyPr>
          <a:lstStyle/>
          <a:p>
            <a:pPr algn="l">
              <a:defRPr sz="12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INTEGRANTES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6784111-A16E-422C-9749-B16997F43D86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3286125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Alejo Burnowicz · 42646860</a:t>
            </a:r>
          </a:p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Agustin Federico · 41882938</a:t>
            </a:r>
          </a:p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Juan Pablo Correa · 40653000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E226A50-0B8D-4B97-B7D4-0730B8EE51D2}"/>
              </a:ext>
            </a:extLst>
          </p:cNvPr>
          <p:cNvSpPr>
            <a:spLocks noGrp="1"/>
          </p:cNvSpPr>
          <p:nvPr/>
        </p:nvSpPr>
        <p:spPr>
          <a:xfrm>
            <a:off x="4191000" y="5505450"/>
            <a:ext cx="3571875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German Weidmann · 40676211</a:t>
            </a:r>
          </a:p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Félix de Solay · 40971636</a:t>
            </a:r>
          </a:p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Luis Huang · 43098142</a:t>
            </a: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58250" y="1669850"/>
            <a:ext cx="2857500" cy="2794401"/>
          </a:xfrm>
          <a:prstGeom prst="rect">
            <a:avLst/>
          </a:prstGeom>
        </p:spPr>
      </p:pic>
      <p:sp>
        <p:nvSpPr>
          <p:cNvPr id="12" name="text">
            <a:extLst>
              <a:ext uri="{FF2B5EF4-FFF2-40B4-BE49-F238E27FC236}">
                <a16:creationId xmlns:a16="http://schemas.microsoft.com/office/drawing/2014/main" id="{50B32CD8-7775-4D03-9448-21BD5E815366}"/>
              </a:ext>
            </a:extLst>
          </p:cNvPr>
          <p:cNvSpPr>
            <a:spLocks noGrp="1"/>
          </p:cNvSpPr>
          <p:nvPr/>
        </p:nvSpPr>
        <p:spPr>
          <a:xfrm>
            <a:off x="8705850" y="4867275"/>
            <a:ext cx="304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04" lnSpcReduction="10000"/>
          </a:bodyPr>
          <a:lstStyle/>
          <a:p>
            <a:pPr algn="ctr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IA aplicada al ciclo de vida del software</a:t>
            </a:r>
          </a:p>
        </p:txBody>
      </p:sp>
    </p:spTree>
    <p:extLst>
      <p:ext uri="{BB962C8B-B14F-4D97-AF65-F5344CB8AC3E}">
        <p14:creationId xmlns:p14="http://schemas.microsoft.com/office/powerpoint/2010/main" val="1639069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127F0726-F9CA-4053-B940-C7AB61F3F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BBD1853-3DD4-4821-A953-A1E5AE1C243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Problemas que aborda CV8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68EB06D-88F7-4737-9522-26706AB435CC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El proyecto une dos necesidades: preparar un CV y encontrar oportunidades laborales relevantes.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09BB78D8-4B50-4BFB-9DEF-161E2451EA8C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200D1B-BB2A-437C-8B65-C7F881627901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1B3E61D-643E-4E32-A26D-024C8EBC23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A4EBA6E-3953-4C0D-B1D6-573F2BB51928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ounded Rectangle 26">
            <a:extLst>
              <a:ext uri="{FF2B5EF4-FFF2-40B4-BE49-F238E27FC236}">
                <a16:creationId xmlns:a16="http://schemas.microsoft.com/office/drawing/2014/main" id="{EBD95D7B-0EAE-B76C-9963-2AF7BDA4CAB0}"/>
              </a:ext>
            </a:extLst>
          </p:cNvPr>
          <p:cNvSpPr/>
          <p:nvPr/>
        </p:nvSpPr>
        <p:spPr>
          <a:xfrm>
            <a:off x="576072" y="1572768"/>
            <a:ext cx="3520440" cy="2212848"/>
          </a:xfrm>
          <a:prstGeom prst="roundRect">
            <a:avLst/>
          </a:prstGeom>
          <a:solidFill>
            <a:srgbClr val="071B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30" descr="unstructured.png">
            <a:extLst>
              <a:ext uri="{FF2B5EF4-FFF2-40B4-BE49-F238E27FC236}">
                <a16:creationId xmlns:a16="http://schemas.microsoft.com/office/drawing/2014/main" id="{6C9075DD-D9AD-6DFF-633F-C25846262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48256"/>
            <a:ext cx="640080" cy="640080"/>
          </a:xfrm>
          <a:prstGeom prst="rect">
            <a:avLst/>
          </a:prstGeom>
        </p:spPr>
      </p:pic>
      <p:sp>
        <p:nvSpPr>
          <p:cNvPr id="16" name="TextBox 31">
            <a:extLst>
              <a:ext uri="{FF2B5EF4-FFF2-40B4-BE49-F238E27FC236}">
                <a16:creationId xmlns:a16="http://schemas.microsoft.com/office/drawing/2014/main" id="{AA00266C-946F-1B62-AC1C-62EC5944A545}"/>
              </a:ext>
            </a:extLst>
          </p:cNvPr>
          <p:cNvSpPr txBox="1"/>
          <p:nvPr/>
        </p:nvSpPr>
        <p:spPr>
          <a:xfrm>
            <a:off x="1508760" y="2029968"/>
            <a:ext cx="244144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 dirty="0" err="1">
                <a:solidFill>
                  <a:schemeClr val="bg1"/>
                </a:solidFill>
                <a:latin typeface="Aptos"/>
              </a:rPr>
              <a:t>Información</a:t>
            </a:r>
            <a:r>
              <a:rPr sz="1700" b="1" dirty="0">
                <a:solidFill>
                  <a:schemeClr val="bg1"/>
                </a:solidFill>
                <a:latin typeface="Aptos"/>
              </a:rPr>
              <a:t>
</a:t>
            </a:r>
            <a:r>
              <a:rPr sz="1700" b="1" dirty="0" err="1">
                <a:solidFill>
                  <a:schemeClr val="bg1"/>
                </a:solidFill>
                <a:latin typeface="Aptos"/>
              </a:rPr>
              <a:t>desestructurada</a:t>
            </a:r>
            <a:endParaRPr sz="17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79D92A2F-11FB-2DC9-DC80-8C67951907BE}"/>
              </a:ext>
            </a:extLst>
          </p:cNvPr>
          <p:cNvSpPr txBox="1"/>
          <p:nvPr/>
        </p:nvSpPr>
        <p:spPr>
          <a:xfrm>
            <a:off x="795528" y="2743200"/>
            <a:ext cx="3172968" cy="868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50" b="0" dirty="0">
                <a:solidFill>
                  <a:schemeClr val="bg1"/>
                </a:solidFill>
                <a:latin typeface="Aptos"/>
              </a:rPr>
              <a:t>Muchos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usuarios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describen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su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experiencia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como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texto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libre.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Transformar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ese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relato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en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secciones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consistentes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lleva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tiempo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y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suele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ser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confuso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33">
            <a:extLst>
              <a:ext uri="{FF2B5EF4-FFF2-40B4-BE49-F238E27FC236}">
                <a16:creationId xmlns:a16="http://schemas.microsoft.com/office/drawing/2014/main" id="{8E388605-1BFE-4C68-DBAA-14476505DB8F}"/>
              </a:ext>
            </a:extLst>
          </p:cNvPr>
          <p:cNvSpPr/>
          <p:nvPr/>
        </p:nvSpPr>
        <p:spPr>
          <a:xfrm>
            <a:off x="4315968" y="1572768"/>
            <a:ext cx="3520440" cy="2212848"/>
          </a:xfrm>
          <a:prstGeom prst="roundRect">
            <a:avLst/>
          </a:prstGeom>
          <a:solidFill>
            <a:srgbClr val="071B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37" descr="writing.png">
            <a:extLst>
              <a:ext uri="{FF2B5EF4-FFF2-40B4-BE49-F238E27FC236}">
                <a16:creationId xmlns:a16="http://schemas.microsoft.com/office/drawing/2014/main" id="{76762D6D-3BC2-BF1A-C140-8EB5D6AA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048256"/>
            <a:ext cx="640080" cy="640080"/>
          </a:xfrm>
          <a:prstGeom prst="rect">
            <a:avLst/>
          </a:prstGeom>
        </p:spPr>
      </p:pic>
      <p:sp>
        <p:nvSpPr>
          <p:cNvPr id="20" name="TextBox 38">
            <a:extLst>
              <a:ext uri="{FF2B5EF4-FFF2-40B4-BE49-F238E27FC236}">
                <a16:creationId xmlns:a16="http://schemas.microsoft.com/office/drawing/2014/main" id="{71E9552E-6258-C366-08A9-D60876DEAD21}"/>
              </a:ext>
            </a:extLst>
          </p:cNvPr>
          <p:cNvSpPr txBox="1"/>
          <p:nvPr/>
        </p:nvSpPr>
        <p:spPr>
          <a:xfrm>
            <a:off x="5230368" y="2029968"/>
            <a:ext cx="244144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>
                <a:solidFill>
                  <a:schemeClr val="bg1"/>
                </a:solidFill>
                <a:latin typeface="Aptos"/>
              </a:rPr>
              <a:t>Redacción y
síntesis</a:t>
            </a:r>
          </a:p>
        </p:txBody>
      </p:sp>
      <p:sp>
        <p:nvSpPr>
          <p:cNvPr id="22" name="TextBox 39">
            <a:extLst>
              <a:ext uri="{FF2B5EF4-FFF2-40B4-BE49-F238E27FC236}">
                <a16:creationId xmlns:a16="http://schemas.microsoft.com/office/drawing/2014/main" id="{BCBAA61B-BAD4-04A7-165F-93AB8E6E4AE7}"/>
              </a:ext>
            </a:extLst>
          </p:cNvPr>
          <p:cNvSpPr txBox="1"/>
          <p:nvPr/>
        </p:nvSpPr>
        <p:spPr>
          <a:xfrm>
            <a:off x="4517136" y="2743200"/>
            <a:ext cx="3172968" cy="868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50" b="0">
                <a:solidFill>
                  <a:schemeClr val="bg1"/>
                </a:solidFill>
                <a:latin typeface="Aptos"/>
              </a:rPr>
              <a:t>No siempre es fácil separar responsabilidades, logros, habilidades y formación; además, cuesta redactarlos con claridad y sin exagerar.</a:t>
            </a:r>
          </a:p>
        </p:txBody>
      </p:sp>
      <p:sp>
        <p:nvSpPr>
          <p:cNvPr id="23" name="Rounded Rectangle 40">
            <a:extLst>
              <a:ext uri="{FF2B5EF4-FFF2-40B4-BE49-F238E27FC236}">
                <a16:creationId xmlns:a16="http://schemas.microsoft.com/office/drawing/2014/main" id="{06524267-77AD-9EFD-937E-D891A7CDEC96}"/>
              </a:ext>
            </a:extLst>
          </p:cNvPr>
          <p:cNvSpPr/>
          <p:nvPr/>
        </p:nvSpPr>
        <p:spPr>
          <a:xfrm>
            <a:off x="8037576" y="1572768"/>
            <a:ext cx="3520440" cy="2212848"/>
          </a:xfrm>
          <a:prstGeom prst="roundRect">
            <a:avLst/>
          </a:prstGeom>
          <a:solidFill>
            <a:srgbClr val="071B37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39EC6695-D0A1-D753-E47A-B119B6FF72CA}"/>
              </a:ext>
            </a:extLst>
          </p:cNvPr>
          <p:cNvSpPr txBox="1"/>
          <p:nvPr/>
        </p:nvSpPr>
        <p:spPr>
          <a:xfrm>
            <a:off x="8202168" y="1618488"/>
            <a:ext cx="329184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25" name="Picture 44" descr="formats.png">
            <a:extLst>
              <a:ext uri="{FF2B5EF4-FFF2-40B4-BE49-F238E27FC236}">
                <a16:creationId xmlns:a16="http://schemas.microsoft.com/office/drawing/2014/main" id="{1BDFB4B2-CF8B-5672-820B-1E185FC53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2048256"/>
            <a:ext cx="640080" cy="640080"/>
          </a:xfrm>
          <a:prstGeom prst="rect">
            <a:avLst/>
          </a:prstGeom>
        </p:spPr>
      </p:pic>
      <p:sp>
        <p:nvSpPr>
          <p:cNvPr id="26" name="TextBox 45">
            <a:extLst>
              <a:ext uri="{FF2B5EF4-FFF2-40B4-BE49-F238E27FC236}">
                <a16:creationId xmlns:a16="http://schemas.microsoft.com/office/drawing/2014/main" id="{080AC6A7-3052-15F6-CDB6-962E8C41B1D4}"/>
              </a:ext>
            </a:extLst>
          </p:cNvPr>
          <p:cNvSpPr txBox="1"/>
          <p:nvPr/>
        </p:nvSpPr>
        <p:spPr>
          <a:xfrm>
            <a:off x="8951976" y="2029968"/>
            <a:ext cx="2441448" cy="6400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700" b="1">
                <a:solidFill>
                  <a:schemeClr val="bg1"/>
                </a:solidFill>
                <a:latin typeface="Aptos"/>
              </a:rPr>
              <a:t>Formatos para
distintos usos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97E9CADE-9F33-C143-645F-951838B418E5}"/>
              </a:ext>
            </a:extLst>
          </p:cNvPr>
          <p:cNvSpPr txBox="1"/>
          <p:nvPr/>
        </p:nvSpPr>
        <p:spPr>
          <a:xfrm>
            <a:off x="8238744" y="2743200"/>
            <a:ext cx="3172968" cy="8686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50" b="0" dirty="0">
                <a:solidFill>
                  <a:schemeClr val="bg1"/>
                </a:solidFill>
                <a:latin typeface="Aptos"/>
              </a:rPr>
              <a:t>Un CV para ATS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prioriza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estructura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y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legibilidad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mientras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que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otro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puede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necesitar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una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presentación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más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visual para </a:t>
            </a:r>
            <a:r>
              <a:rPr sz="1250" b="0" dirty="0" err="1">
                <a:solidFill>
                  <a:schemeClr val="bg1"/>
                </a:solidFill>
                <a:latin typeface="Aptos"/>
              </a:rPr>
              <a:t>lectura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 humana.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574AFA90-69B8-46F4-962D-E3EA83EDFDDD}"/>
              </a:ext>
            </a:extLst>
          </p:cNvPr>
          <p:cNvSpPr/>
          <p:nvPr/>
        </p:nvSpPr>
        <p:spPr>
          <a:xfrm>
            <a:off x="557784" y="4050792"/>
            <a:ext cx="10771632" cy="1993392"/>
          </a:xfrm>
          <a:prstGeom prst="roundRect">
            <a:avLst/>
          </a:prstGeom>
          <a:solidFill>
            <a:srgbClr val="071B37"/>
          </a:solidFill>
          <a:ln w="19050">
            <a:solidFill>
              <a:srgbClr val="2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76513910-70B3-0BFC-0FF8-1C4E2F3C5E20}"/>
              </a:ext>
            </a:extLst>
          </p:cNvPr>
          <p:cNvSpPr txBox="1"/>
          <p:nvPr/>
        </p:nvSpPr>
        <p:spPr>
          <a:xfrm>
            <a:off x="914400" y="418795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¿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Cómo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responde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CV8?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3EF6B0E5-5FF5-4DD2-CAC0-3B04BE34A795}"/>
              </a:ext>
            </a:extLst>
          </p:cNvPr>
          <p:cNvSpPr txBox="1"/>
          <p:nvPr/>
        </p:nvSpPr>
        <p:spPr>
          <a:xfrm>
            <a:off x="3566160" y="422452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50" b="0">
                <a:solidFill>
                  <a:srgbClr val="75E5FF"/>
                </a:solidFill>
                <a:latin typeface="Aptos"/>
              </a:rPr>
              <a:t>Del texto libre a un CV estructurado, revisable y listo para descargar</a:t>
            </a:r>
          </a:p>
        </p:txBody>
      </p:sp>
      <p:sp>
        <p:nvSpPr>
          <p:cNvPr id="31" name="TextBox 51">
            <a:extLst>
              <a:ext uri="{FF2B5EF4-FFF2-40B4-BE49-F238E27FC236}">
                <a16:creationId xmlns:a16="http://schemas.microsoft.com/office/drawing/2014/main" id="{AC8CCCC4-6733-F377-BCE2-13E1C3A17D9C}"/>
              </a:ext>
            </a:extLst>
          </p:cNvPr>
          <p:cNvSpPr txBox="1"/>
          <p:nvPr/>
        </p:nvSpPr>
        <p:spPr>
          <a:xfrm>
            <a:off x="1115568" y="477316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50" b="1">
                <a:solidFill>
                  <a:srgbClr val="75E5FF"/>
                </a:solidFill>
                <a:latin typeface="Aptos"/>
              </a:rPr>
              <a:t>ANTES</a:t>
            </a:r>
          </a:p>
        </p:txBody>
      </p:sp>
      <p:sp>
        <p:nvSpPr>
          <p:cNvPr id="32" name="Rounded Rectangle 52">
            <a:extLst>
              <a:ext uri="{FF2B5EF4-FFF2-40B4-BE49-F238E27FC236}">
                <a16:creationId xmlns:a16="http://schemas.microsoft.com/office/drawing/2014/main" id="{A40099AE-FE3E-8E22-EF06-57764C74169C}"/>
              </a:ext>
            </a:extLst>
          </p:cNvPr>
          <p:cNvSpPr/>
          <p:nvPr/>
        </p:nvSpPr>
        <p:spPr>
          <a:xfrm>
            <a:off x="1115568" y="4983480"/>
            <a:ext cx="475488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3C14638D-42B1-536C-5B3F-39254BA082F7}"/>
              </a:ext>
            </a:extLst>
          </p:cNvPr>
          <p:cNvSpPr/>
          <p:nvPr/>
        </p:nvSpPr>
        <p:spPr>
          <a:xfrm>
            <a:off x="1207008" y="5084064"/>
            <a:ext cx="256032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54">
            <a:extLst>
              <a:ext uri="{FF2B5EF4-FFF2-40B4-BE49-F238E27FC236}">
                <a16:creationId xmlns:a16="http://schemas.microsoft.com/office/drawing/2014/main" id="{E34AD3F5-7639-5DE5-3E66-39336CAD5102}"/>
              </a:ext>
            </a:extLst>
          </p:cNvPr>
          <p:cNvSpPr/>
          <p:nvPr/>
        </p:nvSpPr>
        <p:spPr>
          <a:xfrm>
            <a:off x="1207008" y="5202936"/>
            <a:ext cx="256032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55">
            <a:extLst>
              <a:ext uri="{FF2B5EF4-FFF2-40B4-BE49-F238E27FC236}">
                <a16:creationId xmlns:a16="http://schemas.microsoft.com/office/drawing/2014/main" id="{84167CFB-3DD8-1007-7499-AF659BAE514C}"/>
              </a:ext>
            </a:extLst>
          </p:cNvPr>
          <p:cNvSpPr/>
          <p:nvPr/>
        </p:nvSpPr>
        <p:spPr>
          <a:xfrm>
            <a:off x="1207008" y="5321808"/>
            <a:ext cx="256032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56">
            <a:extLst>
              <a:ext uri="{FF2B5EF4-FFF2-40B4-BE49-F238E27FC236}">
                <a16:creationId xmlns:a16="http://schemas.microsoft.com/office/drawing/2014/main" id="{BA7E2110-484D-710F-704D-4FE73AC03D46}"/>
              </a:ext>
            </a:extLst>
          </p:cNvPr>
          <p:cNvSpPr txBox="1"/>
          <p:nvPr/>
        </p:nvSpPr>
        <p:spPr>
          <a:xfrm>
            <a:off x="1700784" y="4956048"/>
            <a:ext cx="1901952" cy="5486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Aptos"/>
              </a:rPr>
              <a:t>Relato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extenso
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Información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mezclada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200" b="0" dirty="0" err="1">
                <a:solidFill>
                  <a:srgbClr val="FFFFFF"/>
                </a:solidFill>
                <a:latin typeface="Aptos"/>
              </a:rPr>
              <a:t>Redacción</a:t>
            </a:r>
            <a:r>
              <a:rPr sz="1200" b="0" dirty="0">
                <a:solidFill>
                  <a:srgbClr val="FFFFFF"/>
                </a:solidFill>
                <a:latin typeface="Aptos"/>
              </a:rPr>
              <a:t> irregular</a:t>
            </a:r>
          </a:p>
        </p:txBody>
      </p:sp>
      <p:sp>
        <p:nvSpPr>
          <p:cNvPr id="37" name="Chevron 57">
            <a:extLst>
              <a:ext uri="{FF2B5EF4-FFF2-40B4-BE49-F238E27FC236}">
                <a16:creationId xmlns:a16="http://schemas.microsoft.com/office/drawing/2014/main" id="{565AABA8-56BA-6219-F4F7-A811CCC5D43F}"/>
              </a:ext>
            </a:extLst>
          </p:cNvPr>
          <p:cNvSpPr/>
          <p:nvPr/>
        </p:nvSpPr>
        <p:spPr>
          <a:xfrm>
            <a:off x="3986304" y="4979630"/>
            <a:ext cx="786384" cy="438912"/>
          </a:xfrm>
          <a:prstGeom prst="chevron">
            <a:avLst/>
          </a:prstGeom>
          <a:solidFill>
            <a:srgbClr val="26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58">
            <a:extLst>
              <a:ext uri="{FF2B5EF4-FFF2-40B4-BE49-F238E27FC236}">
                <a16:creationId xmlns:a16="http://schemas.microsoft.com/office/drawing/2014/main" id="{015DC4DB-CD3A-C81F-4520-AEB30F705925}"/>
              </a:ext>
            </a:extLst>
          </p:cNvPr>
          <p:cNvSpPr txBox="1"/>
          <p:nvPr/>
        </p:nvSpPr>
        <p:spPr>
          <a:xfrm>
            <a:off x="3803423" y="5473406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sz="1050" b="1" dirty="0" err="1">
                <a:solidFill>
                  <a:srgbClr val="75E5FF"/>
                </a:solidFill>
                <a:latin typeface="Aptos"/>
              </a:rPr>
              <a:t>Procesamiento</a:t>
            </a:r>
            <a:r>
              <a:rPr sz="1050" b="1" dirty="0">
                <a:solidFill>
                  <a:srgbClr val="75E5FF"/>
                </a:solidFill>
                <a:latin typeface="Aptos"/>
              </a:rPr>
              <a:t> IA</a:t>
            </a:r>
          </a:p>
        </p:txBody>
      </p:sp>
      <p:sp>
        <p:nvSpPr>
          <p:cNvPr id="39" name="TextBox 60">
            <a:extLst>
              <a:ext uri="{FF2B5EF4-FFF2-40B4-BE49-F238E27FC236}">
                <a16:creationId xmlns:a16="http://schemas.microsoft.com/office/drawing/2014/main" id="{53E911FD-D0FB-3739-4761-8157D15B871A}"/>
              </a:ext>
            </a:extLst>
          </p:cNvPr>
          <p:cNvSpPr txBox="1"/>
          <p:nvPr/>
        </p:nvSpPr>
        <p:spPr>
          <a:xfrm>
            <a:off x="5504688" y="477316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50" b="1" dirty="0">
                <a:solidFill>
                  <a:srgbClr val="00B0F0"/>
                </a:solidFill>
                <a:latin typeface="Aptos"/>
              </a:rPr>
              <a:t>DESPUÉS</a:t>
            </a:r>
          </a:p>
        </p:txBody>
      </p:sp>
      <p:sp>
        <p:nvSpPr>
          <p:cNvPr id="40" name="Rounded Rectangle 61">
            <a:extLst>
              <a:ext uri="{FF2B5EF4-FFF2-40B4-BE49-F238E27FC236}">
                <a16:creationId xmlns:a16="http://schemas.microsoft.com/office/drawing/2014/main" id="{EC784B0B-3E28-FFA7-AEFD-7F117B15C1D7}"/>
              </a:ext>
            </a:extLst>
          </p:cNvPr>
          <p:cNvSpPr/>
          <p:nvPr/>
        </p:nvSpPr>
        <p:spPr>
          <a:xfrm>
            <a:off x="5504688" y="4974336"/>
            <a:ext cx="512064" cy="512064"/>
          </a:xfrm>
          <a:prstGeom prst="roundRect">
            <a:avLst/>
          </a:prstGeom>
          <a:solidFill>
            <a:srgbClr val="F1F7FC"/>
          </a:solidFill>
          <a:ln>
            <a:solidFill>
              <a:srgbClr val="26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62">
            <a:extLst>
              <a:ext uri="{FF2B5EF4-FFF2-40B4-BE49-F238E27FC236}">
                <a16:creationId xmlns:a16="http://schemas.microsoft.com/office/drawing/2014/main" id="{107D1456-1AD0-E14A-7398-2B9BFB48FC99}"/>
              </a:ext>
            </a:extLst>
          </p:cNvPr>
          <p:cNvSpPr/>
          <p:nvPr/>
        </p:nvSpPr>
        <p:spPr>
          <a:xfrm>
            <a:off x="5596128" y="5084064"/>
            <a:ext cx="347472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63">
            <a:extLst>
              <a:ext uri="{FF2B5EF4-FFF2-40B4-BE49-F238E27FC236}">
                <a16:creationId xmlns:a16="http://schemas.microsoft.com/office/drawing/2014/main" id="{48956FFE-2CAB-D673-09E3-AF1337864DCB}"/>
              </a:ext>
            </a:extLst>
          </p:cNvPr>
          <p:cNvSpPr/>
          <p:nvPr/>
        </p:nvSpPr>
        <p:spPr>
          <a:xfrm>
            <a:off x="5596128" y="5202936"/>
            <a:ext cx="402336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64">
            <a:extLst>
              <a:ext uri="{FF2B5EF4-FFF2-40B4-BE49-F238E27FC236}">
                <a16:creationId xmlns:a16="http://schemas.microsoft.com/office/drawing/2014/main" id="{BFCAB7D8-1D49-2448-CFBE-CAB6E45783EF}"/>
              </a:ext>
            </a:extLst>
          </p:cNvPr>
          <p:cNvSpPr/>
          <p:nvPr/>
        </p:nvSpPr>
        <p:spPr>
          <a:xfrm>
            <a:off x="5596128" y="5321808"/>
            <a:ext cx="292608" cy="18288"/>
          </a:xfrm>
          <a:prstGeom prst="rect">
            <a:avLst/>
          </a:prstGeom>
          <a:solidFill>
            <a:srgbClr val="52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65">
            <a:extLst>
              <a:ext uri="{FF2B5EF4-FFF2-40B4-BE49-F238E27FC236}">
                <a16:creationId xmlns:a16="http://schemas.microsoft.com/office/drawing/2014/main" id="{580478ED-8E8F-A549-C39C-B9FBE8905151}"/>
              </a:ext>
            </a:extLst>
          </p:cNvPr>
          <p:cNvSpPr txBox="1"/>
          <p:nvPr/>
        </p:nvSpPr>
        <p:spPr>
          <a:xfrm>
            <a:off x="6144768" y="4946904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0" dirty="0">
                <a:solidFill>
                  <a:schemeClr val="bg1"/>
                </a:solidFill>
                <a:latin typeface="Aptos"/>
              </a:rPr>
              <a:t>Secciones </a:t>
            </a:r>
            <a:r>
              <a:rPr sz="1200" b="0" dirty="0" err="1">
                <a:solidFill>
                  <a:schemeClr val="bg1"/>
                </a:solidFill>
                <a:latin typeface="Aptos"/>
              </a:rPr>
              <a:t>claras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
Datos </a:t>
            </a:r>
            <a:r>
              <a:rPr sz="1200" b="0" dirty="0" err="1">
                <a:solidFill>
                  <a:schemeClr val="bg1"/>
                </a:solidFill>
                <a:latin typeface="Aptos"/>
              </a:rPr>
              <a:t>estructurados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
CV </a:t>
            </a:r>
            <a:r>
              <a:rPr sz="1200" b="0" dirty="0" err="1">
                <a:solidFill>
                  <a:schemeClr val="bg1"/>
                </a:solidFill>
                <a:latin typeface="Aptos"/>
              </a:rPr>
              <a:t>reutilizable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3662479-6D17-FB32-7B28-016BB80DFA8E}"/>
              </a:ext>
            </a:extLst>
          </p:cNvPr>
          <p:cNvGrpSpPr/>
          <p:nvPr/>
        </p:nvGrpSpPr>
        <p:grpSpPr>
          <a:xfrm>
            <a:off x="8284463" y="4613870"/>
            <a:ext cx="2468880" cy="1115568"/>
            <a:chOff x="8641080" y="4690872"/>
            <a:chExt cx="2468880" cy="1115568"/>
          </a:xfrm>
        </p:grpSpPr>
        <p:sp>
          <p:nvSpPr>
            <p:cNvPr id="46" name="Rounded Rectangle 66">
              <a:extLst>
                <a:ext uri="{FF2B5EF4-FFF2-40B4-BE49-F238E27FC236}">
                  <a16:creationId xmlns:a16="http://schemas.microsoft.com/office/drawing/2014/main" id="{74210532-B3C7-A1B8-057D-1E5485A2C824}"/>
                </a:ext>
              </a:extLst>
            </p:cNvPr>
            <p:cNvSpPr/>
            <p:nvPr/>
          </p:nvSpPr>
          <p:spPr>
            <a:xfrm>
              <a:off x="8641080" y="4690872"/>
              <a:ext cx="2468880" cy="1115568"/>
            </a:xfrm>
            <a:prstGeom prst="roundRect">
              <a:avLst/>
            </a:prstGeom>
            <a:solidFill>
              <a:srgbClr val="0E284A"/>
            </a:solidFill>
            <a:ln>
              <a:solidFill>
                <a:srgbClr val="55749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67">
              <a:extLst>
                <a:ext uri="{FF2B5EF4-FFF2-40B4-BE49-F238E27FC236}">
                  <a16:creationId xmlns:a16="http://schemas.microsoft.com/office/drawing/2014/main" id="{B4F056E2-E1D1-B37A-1470-244FEC0F34F6}"/>
                </a:ext>
              </a:extLst>
            </p:cNvPr>
            <p:cNvSpPr txBox="1"/>
            <p:nvPr/>
          </p:nvSpPr>
          <p:spPr>
            <a:xfrm>
              <a:off x="8851392" y="4828032"/>
              <a:ext cx="2011680" cy="164592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sz="1250" b="1">
                  <a:solidFill>
                    <a:srgbClr val="FFFFFF"/>
                  </a:solidFill>
                  <a:latin typeface="Aptos"/>
                </a:rPr>
                <a:t>Beneficios directos</a:t>
              </a:r>
            </a:p>
          </p:txBody>
        </p:sp>
        <p:sp>
          <p:nvSpPr>
            <p:cNvPr id="48" name="Rounded Rectangle 68">
              <a:extLst>
                <a:ext uri="{FF2B5EF4-FFF2-40B4-BE49-F238E27FC236}">
                  <a16:creationId xmlns:a16="http://schemas.microsoft.com/office/drawing/2014/main" id="{482791A4-F2BA-82A2-DFBD-DF4EF898126C}"/>
                </a:ext>
              </a:extLst>
            </p:cNvPr>
            <p:cNvSpPr/>
            <p:nvPr/>
          </p:nvSpPr>
          <p:spPr>
            <a:xfrm>
              <a:off x="8842248" y="5029200"/>
              <a:ext cx="1956816" cy="164592"/>
            </a:xfrm>
            <a:prstGeom prst="roundRect">
              <a:avLst/>
            </a:prstGeom>
            <a:solidFill>
              <a:srgbClr val="1A3A64"/>
            </a:solidFill>
            <a:ln>
              <a:solidFill>
                <a:srgbClr val="1A3A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69">
              <a:extLst>
                <a:ext uri="{FF2B5EF4-FFF2-40B4-BE49-F238E27FC236}">
                  <a16:creationId xmlns:a16="http://schemas.microsoft.com/office/drawing/2014/main" id="{DEDBC702-FAD0-AFB8-C362-FDB31BDF7F74}"/>
                </a:ext>
              </a:extLst>
            </p:cNvPr>
            <p:cNvSpPr txBox="1"/>
            <p:nvPr/>
          </p:nvSpPr>
          <p:spPr>
            <a:xfrm>
              <a:off x="8924544" y="5038344"/>
              <a:ext cx="1783080" cy="146304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sz="950" b="0">
                  <a:solidFill>
                    <a:srgbClr val="75E5FF"/>
                  </a:solidFill>
                  <a:latin typeface="Aptos"/>
                </a:rPr>
                <a:t>Mejor comprensión</a:t>
              </a:r>
            </a:p>
          </p:txBody>
        </p:sp>
        <p:sp>
          <p:nvSpPr>
            <p:cNvPr id="50" name="Rounded Rectangle 70">
              <a:extLst>
                <a:ext uri="{FF2B5EF4-FFF2-40B4-BE49-F238E27FC236}">
                  <a16:creationId xmlns:a16="http://schemas.microsoft.com/office/drawing/2014/main" id="{5DDA302E-8495-948A-573F-BFD87465DA55}"/>
                </a:ext>
              </a:extLst>
            </p:cNvPr>
            <p:cNvSpPr/>
            <p:nvPr/>
          </p:nvSpPr>
          <p:spPr>
            <a:xfrm>
              <a:off x="8842248" y="5257800"/>
              <a:ext cx="1956816" cy="164592"/>
            </a:xfrm>
            <a:prstGeom prst="roundRect">
              <a:avLst/>
            </a:prstGeom>
            <a:solidFill>
              <a:srgbClr val="1A3A64"/>
            </a:solidFill>
            <a:ln>
              <a:solidFill>
                <a:srgbClr val="1A3A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71">
              <a:extLst>
                <a:ext uri="{FF2B5EF4-FFF2-40B4-BE49-F238E27FC236}">
                  <a16:creationId xmlns:a16="http://schemas.microsoft.com/office/drawing/2014/main" id="{63078160-C223-387C-264E-D4AD286F4816}"/>
                </a:ext>
              </a:extLst>
            </p:cNvPr>
            <p:cNvSpPr txBox="1"/>
            <p:nvPr/>
          </p:nvSpPr>
          <p:spPr>
            <a:xfrm>
              <a:off x="8924544" y="5266944"/>
              <a:ext cx="1783080" cy="146304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sz="950" b="0">
                  <a:solidFill>
                    <a:srgbClr val="75E5FF"/>
                  </a:solidFill>
                  <a:latin typeface="Aptos"/>
                </a:rPr>
                <a:t>Menos fricción</a:t>
              </a:r>
            </a:p>
          </p:txBody>
        </p:sp>
        <p:sp>
          <p:nvSpPr>
            <p:cNvPr id="52" name="Rounded Rectangle 72">
              <a:extLst>
                <a:ext uri="{FF2B5EF4-FFF2-40B4-BE49-F238E27FC236}">
                  <a16:creationId xmlns:a16="http://schemas.microsoft.com/office/drawing/2014/main" id="{AD3BE210-8B3D-0CCC-2D01-9C1CDC6AF1C3}"/>
                </a:ext>
              </a:extLst>
            </p:cNvPr>
            <p:cNvSpPr/>
            <p:nvPr/>
          </p:nvSpPr>
          <p:spPr>
            <a:xfrm>
              <a:off x="8842248" y="5486400"/>
              <a:ext cx="1956816" cy="164592"/>
            </a:xfrm>
            <a:prstGeom prst="roundRect">
              <a:avLst/>
            </a:prstGeom>
            <a:solidFill>
              <a:srgbClr val="1A3A64"/>
            </a:solidFill>
            <a:ln>
              <a:solidFill>
                <a:srgbClr val="1A3A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73">
              <a:extLst>
                <a:ext uri="{FF2B5EF4-FFF2-40B4-BE49-F238E27FC236}">
                  <a16:creationId xmlns:a16="http://schemas.microsoft.com/office/drawing/2014/main" id="{5BB8FDBE-42A6-EA94-C593-D0919E5A3289}"/>
                </a:ext>
              </a:extLst>
            </p:cNvPr>
            <p:cNvSpPr txBox="1"/>
            <p:nvPr/>
          </p:nvSpPr>
          <p:spPr>
            <a:xfrm>
              <a:off x="8924544" y="5495544"/>
              <a:ext cx="1783080" cy="146304"/>
            </a:xfrm>
            <a:prstGeom prst="rect">
              <a:avLst/>
            </a:prstGeom>
            <a:noFill/>
          </p:spPr>
          <p:txBody>
            <a:bodyPr wrap="square" lIns="0" tIns="0" rIns="0" bIns="0"/>
            <a:lstStyle/>
            <a:p>
              <a:pPr algn="l"/>
              <a:r>
                <a:rPr sz="950" b="0">
                  <a:solidFill>
                    <a:srgbClr val="75E5FF"/>
                  </a:solidFill>
                  <a:latin typeface="Aptos"/>
                </a:rPr>
                <a:t>Salida lista para uso</a:t>
              </a:r>
            </a:p>
          </p:txBody>
        </p:sp>
      </p:grpSp>
      <p:sp>
        <p:nvSpPr>
          <p:cNvPr id="54" name="TextBox 74">
            <a:extLst>
              <a:ext uri="{FF2B5EF4-FFF2-40B4-BE49-F238E27FC236}">
                <a16:creationId xmlns:a16="http://schemas.microsoft.com/office/drawing/2014/main" id="{E9ADB9AE-CA46-9ABE-7242-3B691DCE398E}"/>
              </a:ext>
            </a:extLst>
          </p:cNvPr>
          <p:cNvSpPr txBox="1"/>
          <p:nvPr/>
        </p:nvSpPr>
        <p:spPr>
          <a:xfrm>
            <a:off x="923544" y="6172200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CV8 reduce el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esfuerzo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de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organizar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redactar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y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presentar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la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experiencia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profesional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del </a:t>
            </a:r>
            <a:r>
              <a:rPr sz="1150" b="0" dirty="0" err="1">
                <a:solidFill>
                  <a:srgbClr val="FFFFFF"/>
                </a:solidFill>
                <a:latin typeface="Aptos"/>
              </a:rPr>
              <a:t>usuario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593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A6DFAC60-57E7-4042-B67A-8B6D5D40CE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891236-D643-4ECE-8FC6-43D0E3E855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Flujo del producto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9E3984F-F6F5-4CA1-9811-16017AF59FB3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Cada etapa tiene una función visible y una salida concreta.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D93BA6FF-DE1E-43B0-AD92-03DB4E9A504A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8F4C933-06DD-485E-AC4C-75B640C688B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E1CB35-36E4-41DC-BE15-4646F52BB22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46F6F6-6C08-48CA-9676-13A60E911F7A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8FD41F3-C4E2-4882-AC35-C2A5BCC1249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45BC8-D2D8-4063-AAF2-14047DCA906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847850" cy="6667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179D7AB-3C96-40A0-9AD6-1F42F6C13669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91D487B-EC83-4BCB-AE05-A5B7851D01FC}"/>
              </a:ext>
            </a:extLst>
          </p:cNvPr>
          <p:cNvSpPr>
            <a:spLocks noGrp="1"/>
          </p:cNvSpPr>
          <p:nvPr/>
        </p:nvSpPr>
        <p:spPr>
          <a:xfrm>
            <a:off x="857250" y="29813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Ingresar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E70823D-0E87-4CAD-BE8F-324F78CE5F7E}"/>
              </a:ext>
            </a:extLst>
          </p:cNvPr>
          <p:cNvSpPr>
            <a:spLocks noGrp="1"/>
          </p:cNvSpPr>
          <p:nvPr/>
        </p:nvSpPr>
        <p:spPr>
          <a:xfrm>
            <a:off x="857250" y="3467100"/>
            <a:ext cx="15049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Trayectoria</a:t>
            </a:r>
          </a:p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en texto libre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D3CFCA0-86D2-4BB7-9A58-E1BE197CEBF7}"/>
              </a:ext>
            </a:extLst>
          </p:cNvPr>
          <p:cNvSpPr>
            <a:spLocks noGrp="1"/>
          </p:cNvSpPr>
          <p:nvPr/>
        </p:nvSpPr>
        <p:spPr>
          <a:xfrm>
            <a:off x="2600325" y="3190875"/>
            <a:ext cx="25717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7FFDD86-E065-42AA-8065-1F1DDB7E6C3C}"/>
              </a:ext>
            </a:extLst>
          </p:cNvPr>
          <p:cNvSpPr>
            <a:spLocks noGrp="1"/>
          </p:cNvSpPr>
          <p:nvPr/>
        </p:nvSpPr>
        <p:spPr>
          <a:xfrm>
            <a:off x="2924175" y="2190750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EC3F60E-A0CB-4457-8C99-F25EFABAD9DC}"/>
              </a:ext>
            </a:extLst>
          </p:cNvPr>
          <p:cNvSpPr>
            <a:spLocks noGrp="1"/>
          </p:cNvSpPr>
          <p:nvPr/>
        </p:nvSpPr>
        <p:spPr>
          <a:xfrm>
            <a:off x="2924175" y="2190750"/>
            <a:ext cx="1847850" cy="66675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BD05CB4E-36B1-42C8-BD12-746F7F0430FF}"/>
              </a:ext>
            </a:extLst>
          </p:cNvPr>
          <p:cNvSpPr>
            <a:spLocks noGrp="1"/>
          </p:cNvSpPr>
          <p:nvPr/>
        </p:nvSpPr>
        <p:spPr>
          <a:xfrm>
            <a:off x="3095625" y="241935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C9770680-4BD5-4860-81FD-4BC423DD8F97}"/>
              </a:ext>
            </a:extLst>
          </p:cNvPr>
          <p:cNvSpPr>
            <a:spLocks noGrp="1"/>
          </p:cNvSpPr>
          <p:nvPr/>
        </p:nvSpPr>
        <p:spPr>
          <a:xfrm>
            <a:off x="3095625" y="29813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Aclarar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1A5327B-E91B-4EF0-BBEC-38116C209BB0}"/>
              </a:ext>
            </a:extLst>
          </p:cNvPr>
          <p:cNvSpPr>
            <a:spLocks noGrp="1"/>
          </p:cNvSpPr>
          <p:nvPr/>
        </p:nvSpPr>
        <p:spPr>
          <a:xfrm>
            <a:off x="3095625" y="3467100"/>
            <a:ext cx="15049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23"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Responder preguntas</a:t>
            </a:r>
          </a:p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si falta información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F4705788-F164-4EDA-B853-6F45129AD6DA}"/>
              </a:ext>
            </a:extLst>
          </p:cNvPr>
          <p:cNvSpPr>
            <a:spLocks noGrp="1"/>
          </p:cNvSpPr>
          <p:nvPr/>
        </p:nvSpPr>
        <p:spPr>
          <a:xfrm>
            <a:off x="4838700" y="3190875"/>
            <a:ext cx="257175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70D19E2F-B4E7-4BF6-BE47-E4CE88CB7C64}"/>
              </a:ext>
            </a:extLst>
          </p:cNvPr>
          <p:cNvSpPr>
            <a:spLocks noGrp="1"/>
          </p:cNvSpPr>
          <p:nvPr/>
        </p:nvSpPr>
        <p:spPr>
          <a:xfrm>
            <a:off x="5162550" y="2190750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328FBE3-1DEC-4F48-AB1D-CD4E8597C847}"/>
              </a:ext>
            </a:extLst>
          </p:cNvPr>
          <p:cNvSpPr>
            <a:spLocks noGrp="1"/>
          </p:cNvSpPr>
          <p:nvPr/>
        </p:nvSpPr>
        <p:spPr>
          <a:xfrm>
            <a:off x="5162550" y="2190750"/>
            <a:ext cx="1847850" cy="6667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36FCFFA2-0B18-49C3-90B9-D4D347E7ACAD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FD78391-28F5-4412-8465-4DFD0F151CF6}"/>
              </a:ext>
            </a:extLst>
          </p:cNvPr>
          <p:cNvSpPr>
            <a:spLocks noGrp="1"/>
          </p:cNvSpPr>
          <p:nvPr/>
        </p:nvSpPr>
        <p:spPr>
          <a:xfrm>
            <a:off x="5334000" y="29813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Generar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5717755B-9770-4825-BBFD-74E7D45BFA1E}"/>
              </a:ext>
            </a:extLst>
          </p:cNvPr>
          <p:cNvSpPr>
            <a:spLocks noGrp="1"/>
          </p:cNvSpPr>
          <p:nvPr/>
        </p:nvSpPr>
        <p:spPr>
          <a:xfrm>
            <a:off x="5334000" y="3467100"/>
            <a:ext cx="15049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CV en JSON</a:t>
            </a:r>
          </a:p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validado</a:t>
            </a:r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5C1D1441-7D1F-4D6E-AC2B-9532D6653E1D}"/>
              </a:ext>
            </a:extLst>
          </p:cNvPr>
          <p:cNvSpPr>
            <a:spLocks noGrp="1"/>
          </p:cNvSpPr>
          <p:nvPr/>
        </p:nvSpPr>
        <p:spPr>
          <a:xfrm>
            <a:off x="7077075" y="3190875"/>
            <a:ext cx="25717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6EEE9E4-307D-4FF6-901C-BE92D97D4691}"/>
              </a:ext>
            </a:extLst>
          </p:cNvPr>
          <p:cNvSpPr>
            <a:spLocks noGrp="1"/>
          </p:cNvSpPr>
          <p:nvPr/>
        </p:nvSpPr>
        <p:spPr>
          <a:xfrm>
            <a:off x="7400925" y="2190750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356F517-90CC-4FD6-9E3F-54A841E0D41C}"/>
              </a:ext>
            </a:extLst>
          </p:cNvPr>
          <p:cNvSpPr>
            <a:spLocks noGrp="1"/>
          </p:cNvSpPr>
          <p:nvPr/>
        </p:nvSpPr>
        <p:spPr>
          <a:xfrm>
            <a:off x="7400925" y="2190750"/>
            <a:ext cx="1847850" cy="66675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27BDA1E7-EF97-43EE-AC6C-0C023C89ECC2}"/>
              </a:ext>
            </a:extLst>
          </p:cNvPr>
          <p:cNvSpPr>
            <a:spLocks noGrp="1"/>
          </p:cNvSpPr>
          <p:nvPr/>
        </p:nvSpPr>
        <p:spPr>
          <a:xfrm>
            <a:off x="7572375" y="241935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A05602BF-F97F-4851-8B8C-B709D62425A6}"/>
              </a:ext>
            </a:extLst>
          </p:cNvPr>
          <p:cNvSpPr>
            <a:spLocks noGrp="1"/>
          </p:cNvSpPr>
          <p:nvPr/>
        </p:nvSpPr>
        <p:spPr>
          <a:xfrm>
            <a:off x="7572375" y="29813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Vista previa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E7E75EDB-140B-41D4-92A2-88DD42C24AE8}"/>
              </a:ext>
            </a:extLst>
          </p:cNvPr>
          <p:cNvSpPr>
            <a:spLocks noGrp="1"/>
          </p:cNvSpPr>
          <p:nvPr/>
        </p:nvSpPr>
        <p:spPr>
          <a:xfrm>
            <a:off x="7572375" y="3467100"/>
            <a:ext cx="15049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Revisar el CV y</a:t>
            </a:r>
          </a:p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elegir plantilla</a:t>
            </a: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7E9D7B88-8D7A-4969-B147-C57B1F8F5EBE}"/>
              </a:ext>
            </a:extLst>
          </p:cNvPr>
          <p:cNvSpPr>
            <a:spLocks noGrp="1"/>
          </p:cNvSpPr>
          <p:nvPr/>
        </p:nvSpPr>
        <p:spPr>
          <a:xfrm>
            <a:off x="9315450" y="3190875"/>
            <a:ext cx="257175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E7F1AEBC-330B-4014-B739-1349ECB21975}"/>
              </a:ext>
            </a:extLst>
          </p:cNvPr>
          <p:cNvSpPr>
            <a:spLocks noGrp="1"/>
          </p:cNvSpPr>
          <p:nvPr/>
        </p:nvSpPr>
        <p:spPr>
          <a:xfrm>
            <a:off x="9639300" y="2190750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E7D25D6-CF30-4EF3-8D0E-F0C645FEB0AE}"/>
              </a:ext>
            </a:extLst>
          </p:cNvPr>
          <p:cNvSpPr>
            <a:spLocks noGrp="1"/>
          </p:cNvSpPr>
          <p:nvPr/>
        </p:nvSpPr>
        <p:spPr>
          <a:xfrm>
            <a:off x="9639300" y="2190750"/>
            <a:ext cx="1847850" cy="6667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622968A7-EF00-421F-85CD-EB9CF30D8A27}"/>
              </a:ext>
            </a:extLst>
          </p:cNvPr>
          <p:cNvSpPr>
            <a:spLocks noGrp="1"/>
          </p:cNvSpPr>
          <p:nvPr/>
        </p:nvSpPr>
        <p:spPr>
          <a:xfrm>
            <a:off x="9810750" y="2419350"/>
            <a:ext cx="666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500" lnSpcReduction="10000"/>
          </a:bodyPr>
          <a:lstStyle/>
          <a:p>
            <a:pPr algn="l">
              <a:defRPr sz="22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24D47CA6-3A80-46EA-A45C-8961E173A9B2}"/>
              </a:ext>
            </a:extLst>
          </p:cNvPr>
          <p:cNvSpPr>
            <a:spLocks noGrp="1"/>
          </p:cNvSpPr>
          <p:nvPr/>
        </p:nvSpPr>
        <p:spPr>
          <a:xfrm>
            <a:off x="9810750" y="2981325"/>
            <a:ext cx="1524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Exportar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696EA9C1-9DCD-4EE5-9437-622FD894071D}"/>
              </a:ext>
            </a:extLst>
          </p:cNvPr>
          <p:cNvSpPr>
            <a:spLocks noGrp="1"/>
          </p:cNvSpPr>
          <p:nvPr/>
        </p:nvSpPr>
        <p:spPr>
          <a:xfrm>
            <a:off x="9810750" y="3467100"/>
            <a:ext cx="15049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Descargar</a:t>
            </a:r>
          </a:p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el PDF</a:t>
            </a:r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1B021B21-9062-5B6E-9754-FB71F48C5FF1}"/>
              </a:ext>
            </a:extLst>
          </p:cNvPr>
          <p:cNvSpPr/>
          <p:nvPr/>
        </p:nvSpPr>
        <p:spPr>
          <a:xfrm>
            <a:off x="518160" y="5343525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EA5B7"/>
                </a:solidFill>
              </a:rPr>
              <a:t>Resultado</a:t>
            </a:r>
            <a:endParaRPr lang="en-US" dirty="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28D82E54-B17A-124C-77B4-35FC556D51DD}"/>
              </a:ext>
            </a:extLst>
          </p:cNvPr>
          <p:cNvSpPr/>
          <p:nvPr/>
        </p:nvSpPr>
        <p:spPr>
          <a:xfrm>
            <a:off x="1737360" y="4933950"/>
            <a:ext cx="9555480" cy="1170432"/>
          </a:xfrm>
          <a:prstGeom prst="roundRect">
            <a:avLst/>
          </a:prstGeom>
          <a:solidFill>
            <a:srgbClr val="0D1D2B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7CBC2D99-24BF-7322-BF94-962F81EED54F}"/>
              </a:ext>
            </a:extLst>
          </p:cNvPr>
          <p:cNvSpPr/>
          <p:nvPr/>
        </p:nvSpPr>
        <p:spPr>
          <a:xfrm>
            <a:off x="2011680" y="5228804"/>
            <a:ext cx="9006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4DE"/>
                </a:solidFill>
              </a:rPr>
              <a:t>Un currículum consistente que conserva la información del usuario, puede volver a abrirse desde el historial y puede renderizarse con distintas plantillas sin regenerar el contenido.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0670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1874D708-778F-453E-89CA-84C4198D5A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2D9FD06-D1CD-4335-BA29-11F7FB5BEE8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MVP: ingreso y generación del CV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7DD9811-CB8D-4080-B479-10E443E25994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Cuenta, perfil y asistencia de IA en un solo flujo.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6E780296-01E2-4061-BD18-CBA91176D4DF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A2E406-833C-4D0F-8BED-AA680A1D3C7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1A2D4F2-1ECF-4F1C-8A2D-8A7FF0E5F20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6F79986-51EE-4C01-BA37-142F988A3312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2892F77-1DED-4A3D-B78A-31C65C24527B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B928F79-D694-446F-8615-B69A9464B594}"/>
              </a:ext>
            </a:extLst>
          </p:cNvPr>
          <p:cNvSpPr>
            <a:spLocks noGrp="1"/>
          </p:cNvSpPr>
          <p:nvPr/>
        </p:nvSpPr>
        <p:spPr>
          <a:xfrm>
            <a:off x="781050" y="2009775"/>
            <a:ext cx="47625" cy="16192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889A513-FC38-4F15-8184-22BD96576AD0}"/>
              </a:ext>
            </a:extLst>
          </p:cNvPr>
          <p:cNvSpPr>
            <a:spLocks noGrp="1"/>
          </p:cNvSpPr>
          <p:nvPr/>
        </p:nvSpPr>
        <p:spPr>
          <a:xfrm>
            <a:off x="1009650" y="2200275"/>
            <a:ext cx="6096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 algn="l">
              <a:defRPr sz="12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4FFA70-4F6E-412D-A61A-02B64E1FCEAD}"/>
              </a:ext>
            </a:extLst>
          </p:cNvPr>
          <p:cNvSpPr>
            <a:spLocks noGrp="1"/>
          </p:cNvSpPr>
          <p:nvPr/>
        </p:nvSpPr>
        <p:spPr>
          <a:xfrm>
            <a:off x="1009650" y="2524125"/>
            <a:ext cx="44291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Cuenta y sesión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5C3010B-7481-4B76-BA0C-55D80662F8BD}"/>
              </a:ext>
            </a:extLst>
          </p:cNvPr>
          <p:cNvSpPr>
            <a:spLocks noGrp="1"/>
          </p:cNvSpPr>
          <p:nvPr/>
        </p:nvSpPr>
        <p:spPr>
          <a:xfrm>
            <a:off x="1009650" y="2943225"/>
            <a:ext cx="44100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Registro, inicio y cierre de sesión con Supabase Auth.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7A331F4-08F9-4DAA-B1BB-267E5B8CF3E7}"/>
              </a:ext>
            </a:extLst>
          </p:cNvPr>
          <p:cNvSpPr>
            <a:spLocks noGrp="1"/>
          </p:cNvSpPr>
          <p:nvPr/>
        </p:nvSpPr>
        <p:spPr>
          <a:xfrm>
            <a:off x="6419850" y="2009775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EFA6F0-2317-41D7-98E1-FCFB2A663D6A}"/>
              </a:ext>
            </a:extLst>
          </p:cNvPr>
          <p:cNvSpPr>
            <a:spLocks noGrp="1"/>
          </p:cNvSpPr>
          <p:nvPr/>
        </p:nvSpPr>
        <p:spPr>
          <a:xfrm>
            <a:off x="6419850" y="2009775"/>
            <a:ext cx="47625" cy="16192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E0A062B-C897-4D74-A557-279EFD35EFF4}"/>
              </a:ext>
            </a:extLst>
          </p:cNvPr>
          <p:cNvSpPr>
            <a:spLocks noGrp="1"/>
          </p:cNvSpPr>
          <p:nvPr/>
        </p:nvSpPr>
        <p:spPr>
          <a:xfrm>
            <a:off x="6648450" y="2200275"/>
            <a:ext cx="6096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 algn="l">
              <a:defRPr sz="12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7B4638E8-4A81-4E52-81CF-8A89BE6DE82A}"/>
              </a:ext>
            </a:extLst>
          </p:cNvPr>
          <p:cNvSpPr>
            <a:spLocks noGrp="1"/>
          </p:cNvSpPr>
          <p:nvPr/>
        </p:nvSpPr>
        <p:spPr>
          <a:xfrm>
            <a:off x="6648450" y="2524125"/>
            <a:ext cx="44291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Perfil profesional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329EDB3E-3241-49E0-B7CC-761B387387AE}"/>
              </a:ext>
            </a:extLst>
          </p:cNvPr>
          <p:cNvSpPr>
            <a:spLocks noGrp="1"/>
          </p:cNvSpPr>
          <p:nvPr/>
        </p:nvSpPr>
        <p:spPr>
          <a:xfrm>
            <a:off x="6648450" y="2943225"/>
            <a:ext cx="44100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Datos personales, foto privada y texto libre sobre experiencia y formación.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29DC39A-DF9E-466B-95CC-5E3AA46D8FAB}"/>
              </a:ext>
            </a:extLst>
          </p:cNvPr>
          <p:cNvSpPr>
            <a:spLocks noGrp="1"/>
          </p:cNvSpPr>
          <p:nvPr/>
        </p:nvSpPr>
        <p:spPr>
          <a:xfrm>
            <a:off x="781050" y="4029075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7AC79AE-EC5F-4AB0-86F9-2950298462FB}"/>
              </a:ext>
            </a:extLst>
          </p:cNvPr>
          <p:cNvSpPr>
            <a:spLocks noGrp="1"/>
          </p:cNvSpPr>
          <p:nvPr/>
        </p:nvSpPr>
        <p:spPr>
          <a:xfrm>
            <a:off x="781050" y="4029075"/>
            <a:ext cx="47625" cy="16192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FA5DFD0-DC35-4681-A5DE-4F3C4DA4D252}"/>
              </a:ext>
            </a:extLst>
          </p:cNvPr>
          <p:cNvSpPr>
            <a:spLocks noGrp="1"/>
          </p:cNvSpPr>
          <p:nvPr/>
        </p:nvSpPr>
        <p:spPr>
          <a:xfrm>
            <a:off x="1009650" y="4219575"/>
            <a:ext cx="6096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 algn="l">
              <a:defRPr sz="12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DB754D0-4962-4C25-8EEA-C14E03EE8F98}"/>
              </a:ext>
            </a:extLst>
          </p:cNvPr>
          <p:cNvSpPr>
            <a:spLocks noGrp="1"/>
          </p:cNvSpPr>
          <p:nvPr/>
        </p:nvSpPr>
        <p:spPr>
          <a:xfrm>
            <a:off x="1009650" y="4543425"/>
            <a:ext cx="44291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Generación estructurada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598D4E1A-5645-4A18-A866-83C858B981D0}"/>
              </a:ext>
            </a:extLst>
          </p:cNvPr>
          <p:cNvSpPr>
            <a:spLocks noGrp="1"/>
          </p:cNvSpPr>
          <p:nvPr/>
        </p:nvSpPr>
        <p:spPr>
          <a:xfrm>
            <a:off x="1009650" y="4962525"/>
            <a:ext cx="44100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Azure OpenAI devuelve el CV en JSON; FastAPI valida el contrato antes de usarlo.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5824968-0ECC-4A04-BA53-5CD7695A0685}"/>
              </a:ext>
            </a:extLst>
          </p:cNvPr>
          <p:cNvSpPr>
            <a:spLocks noGrp="1"/>
          </p:cNvSpPr>
          <p:nvPr/>
        </p:nvSpPr>
        <p:spPr>
          <a:xfrm>
            <a:off x="6419850" y="4029075"/>
            <a:ext cx="4953000" cy="1619250"/>
          </a:xfrm>
          <a:prstGeom prst="roundRect">
            <a:avLst>
              <a:gd name="adj" fmla="val 470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ED8A7C2-58B6-4DFC-B42E-A21049ACE1E8}"/>
              </a:ext>
            </a:extLst>
          </p:cNvPr>
          <p:cNvSpPr>
            <a:spLocks noGrp="1"/>
          </p:cNvSpPr>
          <p:nvPr/>
        </p:nvSpPr>
        <p:spPr>
          <a:xfrm>
            <a:off x="6419850" y="4029075"/>
            <a:ext cx="47625" cy="16192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57A44DD5-7B0E-4AC8-A621-79266F247427}"/>
              </a:ext>
            </a:extLst>
          </p:cNvPr>
          <p:cNvSpPr>
            <a:spLocks noGrp="1"/>
          </p:cNvSpPr>
          <p:nvPr/>
        </p:nvSpPr>
        <p:spPr>
          <a:xfrm>
            <a:off x="6648450" y="4219575"/>
            <a:ext cx="6096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708" lnSpcReduction="20000"/>
          </a:bodyPr>
          <a:lstStyle/>
          <a:p>
            <a:pPr algn="l">
              <a:defRPr sz="12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60C79429-C9A7-40F7-94E7-EED0848D8E73}"/>
              </a:ext>
            </a:extLst>
          </p:cNvPr>
          <p:cNvSpPr>
            <a:spLocks noGrp="1"/>
          </p:cNvSpPr>
          <p:nvPr/>
        </p:nvSpPr>
        <p:spPr>
          <a:xfrm>
            <a:off x="6648450" y="4543425"/>
            <a:ext cx="44291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Asistente de trayectoria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6AD978FF-ED59-41A8-9D6A-717FB14D2D82}"/>
              </a:ext>
            </a:extLst>
          </p:cNvPr>
          <p:cNvSpPr>
            <a:spLocks noGrp="1"/>
          </p:cNvSpPr>
          <p:nvPr/>
        </p:nvSpPr>
        <p:spPr>
          <a:xfrm>
            <a:off x="6648450" y="4962525"/>
            <a:ext cx="44100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Propuestas con evidencia que el usuario puede aceptar, editar o rechazar.</a:t>
            </a:r>
          </a:p>
        </p:txBody>
      </p:sp>
    </p:spTree>
    <p:extLst>
      <p:ext uri="{BB962C8B-B14F-4D97-AF65-F5344CB8AC3E}">
        <p14:creationId xmlns:p14="http://schemas.microsoft.com/office/powerpoint/2010/main" val="1655343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F7C29954-7074-4F15-9DAD-07C2FF7DAF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1F0F3BD-9FFF-42E3-A5FA-C306EDE6AEF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MVP: revisión y exportación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A86F81B-AD23-4398-AB6D-96AE949CAD12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Una misma información alimenta las dos plantillas y el PDF.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EF9AAD6B-E682-42A0-9192-38A0FACDA2D2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BB256E-C3B2-477A-8B47-5CEE13C625AB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D63D155-E502-4D5A-8779-19C314FD883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3918C85-9172-416A-9107-35B9AFE56F20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77F2BE4-400A-4EF5-9E4A-60586F6B365E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2333625" cy="2343150"/>
          </a:xfrm>
          <a:prstGeom prst="roundRect">
            <a:avLst>
              <a:gd name="adj" fmla="val 3265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CD60253-AC1E-4980-AA09-02E0C05DA26A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09" lnSpcReduction="10000"/>
          </a:bodyPr>
          <a:lstStyle/>
          <a:p>
            <a:pPr algn="l">
              <a:defRPr sz="21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2FC5027-D79B-4027-8E98-1CA8B12ACC84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Vista previa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32C4FE2-FD19-49EE-A26F-43D12355DC2B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9431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Revisar el contenido del CV antes de descargarlo.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A57C5FD5-628E-44D4-BB77-6841F57B73BE}"/>
              </a:ext>
            </a:extLst>
          </p:cNvPr>
          <p:cNvSpPr>
            <a:spLocks noGrp="1"/>
          </p:cNvSpPr>
          <p:nvPr/>
        </p:nvSpPr>
        <p:spPr>
          <a:xfrm>
            <a:off x="3133725" y="3314700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C240964-ED92-4A81-B8AF-A1FED95D8455}"/>
              </a:ext>
            </a:extLst>
          </p:cNvPr>
          <p:cNvSpPr>
            <a:spLocks noGrp="1"/>
          </p:cNvSpPr>
          <p:nvPr/>
        </p:nvSpPr>
        <p:spPr>
          <a:xfrm>
            <a:off x="3476625" y="2286000"/>
            <a:ext cx="2333625" cy="2343150"/>
          </a:xfrm>
          <a:prstGeom prst="roundRect">
            <a:avLst>
              <a:gd name="adj" fmla="val 3265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9AC00CC-6F54-4EA6-B107-5AF6085535E4}"/>
              </a:ext>
            </a:extLst>
          </p:cNvPr>
          <p:cNvSpPr>
            <a:spLocks noGrp="1"/>
          </p:cNvSpPr>
          <p:nvPr/>
        </p:nvSpPr>
        <p:spPr>
          <a:xfrm>
            <a:off x="3648075" y="247650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09" lnSpcReduction="10000"/>
          </a:bodyPr>
          <a:lstStyle/>
          <a:p>
            <a:pPr algn="l">
              <a:defRPr sz="21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EF03EC60-EA98-419D-B0E7-0CDFE0DEF5FD}"/>
              </a:ext>
            </a:extLst>
          </p:cNvPr>
          <p:cNvSpPr>
            <a:spLocks noGrp="1"/>
          </p:cNvSpPr>
          <p:nvPr/>
        </p:nvSpPr>
        <p:spPr>
          <a:xfrm>
            <a:off x="3648075" y="29908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Plantillas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65A0C2D-B7A6-4D60-A59E-02EFCF8D6750}"/>
              </a:ext>
            </a:extLst>
          </p:cNvPr>
          <p:cNvSpPr>
            <a:spLocks noGrp="1"/>
          </p:cNvSpPr>
          <p:nvPr/>
        </p:nvSpPr>
        <p:spPr>
          <a:xfrm>
            <a:off x="3648075" y="3486150"/>
            <a:ext cx="19431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28"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Minimalista ATS y Creativo PDF. Cambiar de diseño conserva el contenido.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04C64FDB-85A9-4F87-AC9A-125C24F2ECE6}"/>
              </a:ext>
            </a:extLst>
          </p:cNvPr>
          <p:cNvSpPr>
            <a:spLocks noGrp="1"/>
          </p:cNvSpPr>
          <p:nvPr/>
        </p:nvSpPr>
        <p:spPr>
          <a:xfrm>
            <a:off x="5867400" y="3314700"/>
            <a:ext cx="238125" cy="1714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C4A0581-94B5-4997-8E98-E5C0179EDE95}"/>
              </a:ext>
            </a:extLst>
          </p:cNvPr>
          <p:cNvSpPr>
            <a:spLocks noGrp="1"/>
          </p:cNvSpPr>
          <p:nvPr/>
        </p:nvSpPr>
        <p:spPr>
          <a:xfrm>
            <a:off x="6210300" y="2286000"/>
            <a:ext cx="2333625" cy="2343150"/>
          </a:xfrm>
          <a:prstGeom prst="roundRect">
            <a:avLst>
              <a:gd name="adj" fmla="val 3265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7303712-42F0-4047-807E-C8588209B16B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09" lnSpcReduction="10000"/>
          </a:bodyPr>
          <a:lstStyle/>
          <a:p>
            <a:pPr algn="l">
              <a:defRPr sz="21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4E1D193-66A4-4172-A64B-4AB0AB222D6B}"/>
              </a:ext>
            </a:extLst>
          </p:cNvPr>
          <p:cNvSpPr>
            <a:spLocks noGrp="1"/>
          </p:cNvSpPr>
          <p:nvPr/>
        </p:nvSpPr>
        <p:spPr>
          <a:xfrm>
            <a:off x="6381750" y="29908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C35045F-1718-473D-B677-2E5513A17C0E}"/>
              </a:ext>
            </a:extLst>
          </p:cNvPr>
          <p:cNvSpPr>
            <a:spLocks noGrp="1"/>
          </p:cNvSpPr>
          <p:nvPr/>
        </p:nvSpPr>
        <p:spPr>
          <a:xfrm>
            <a:off x="6381750" y="3486150"/>
            <a:ext cx="19431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Volver a abrir versiones guardadas y cambiar la plantilla.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5CA5884F-552F-4414-8346-C802AD81D440}"/>
              </a:ext>
            </a:extLst>
          </p:cNvPr>
          <p:cNvSpPr>
            <a:spLocks noGrp="1"/>
          </p:cNvSpPr>
          <p:nvPr/>
        </p:nvSpPr>
        <p:spPr>
          <a:xfrm>
            <a:off x="8601075" y="3314700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94BE5B32-6E98-464B-8E32-05D7BDBFB8E1}"/>
              </a:ext>
            </a:extLst>
          </p:cNvPr>
          <p:cNvSpPr>
            <a:spLocks noGrp="1"/>
          </p:cNvSpPr>
          <p:nvPr/>
        </p:nvSpPr>
        <p:spPr>
          <a:xfrm>
            <a:off x="8943975" y="2286000"/>
            <a:ext cx="2333625" cy="2343150"/>
          </a:xfrm>
          <a:prstGeom prst="roundRect">
            <a:avLst>
              <a:gd name="adj" fmla="val 3265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4515FC1-0217-46D1-86C8-EE869F729AD8}"/>
              </a:ext>
            </a:extLst>
          </p:cNvPr>
          <p:cNvSpPr>
            <a:spLocks noGrp="1"/>
          </p:cNvSpPr>
          <p:nvPr/>
        </p:nvSpPr>
        <p:spPr>
          <a:xfrm>
            <a:off x="9115425" y="2476500"/>
            <a:ext cx="6858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109" lnSpcReduction="10000"/>
          </a:bodyPr>
          <a:lstStyle/>
          <a:p>
            <a:pPr algn="l">
              <a:defRPr sz="21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C6D46416-A966-4E51-B4FE-5C215E9A170B}"/>
              </a:ext>
            </a:extLst>
          </p:cNvPr>
          <p:cNvSpPr>
            <a:spLocks noGrp="1"/>
          </p:cNvSpPr>
          <p:nvPr/>
        </p:nvSpPr>
        <p:spPr>
          <a:xfrm>
            <a:off x="9115425" y="29908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546DA686-877F-421C-ABE5-F7BDA1C2B7EB}"/>
              </a:ext>
            </a:extLst>
          </p:cNvPr>
          <p:cNvSpPr>
            <a:spLocks noGrp="1"/>
          </p:cNvSpPr>
          <p:nvPr/>
        </p:nvSpPr>
        <p:spPr>
          <a:xfrm>
            <a:off x="9115425" y="3486150"/>
            <a:ext cx="19431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28"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Renderizado y descarga en el navegador con React PDF.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CBBB1127-DF3D-4599-BE89-0F736B742CA7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 algn="l">
              <a:defRPr sz="19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ATS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0DE9554F-AED6-406B-B768-462405347038}"/>
              </a:ext>
            </a:extLst>
          </p:cNvPr>
          <p:cNvSpPr>
            <a:spLocks noGrp="1"/>
          </p:cNvSpPr>
          <p:nvPr/>
        </p:nvSpPr>
        <p:spPr>
          <a:xfrm>
            <a:off x="857250" y="558165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defRPr sz="150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estructura limpia y legible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66298D5F-9F64-4C1C-9AB0-B59F87CC34AE}"/>
              </a:ext>
            </a:extLst>
          </p:cNvPr>
          <p:cNvSpPr>
            <a:spLocks noGrp="1"/>
          </p:cNvSpPr>
          <p:nvPr/>
        </p:nvSpPr>
        <p:spPr>
          <a:xfrm>
            <a:off x="6496050" y="523875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05" lnSpcReduction="20000"/>
          </a:bodyPr>
          <a:lstStyle/>
          <a:p>
            <a:pPr algn="l">
              <a:defRPr sz="19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Creativo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84947DEE-19AF-4489-B87B-15DDEB7AD524}"/>
              </a:ext>
            </a:extLst>
          </p:cNvPr>
          <p:cNvSpPr>
            <a:spLocks noGrp="1"/>
          </p:cNvSpPr>
          <p:nvPr/>
        </p:nvSpPr>
        <p:spPr>
          <a:xfrm>
            <a:off x="6496050" y="55816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defRPr sz="150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presentación visual para lectura humana</a:t>
            </a:r>
          </a:p>
        </p:txBody>
      </p:sp>
    </p:spTree>
    <p:extLst>
      <p:ext uri="{BB962C8B-B14F-4D97-AF65-F5344CB8AC3E}">
        <p14:creationId xmlns:p14="http://schemas.microsoft.com/office/powerpoint/2010/main" val="132607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246DF5D9-A6E0-4AB0-8670-DD7D01894D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9CF7F32-4DFF-472A-A62B-F8F1C3B6BB7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La parte inteligente: extraer y estructurar la trayectoria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130EC1-D9CB-466A-B0AD-E33E1991489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Azure OpenAI prepara el CV; FastAPI valida la respuesta y el usuario conserva la decisión final.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D2961D0B-8C28-4927-BCED-24FE60C7A8D6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0AA4DE-2D65-46BF-9BF6-80FFE045258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A46F54C-D3E3-41D4-9FBC-883C24EC95B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0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</a:t>
            </a:r>
            <a:r>
              <a:rPr sz="975" b="0" dirty="0" err="1">
                <a:solidFill>
                  <a:srgbClr val="91AFC2"/>
                </a:solidFill>
                <a:latin typeface="Arial"/>
                <a:ea typeface="Arial"/>
                <a:cs typeface="Arial"/>
              </a:rPr>
              <a:t>Aplicada</a:t>
            </a:r>
            <a:r>
              <a:rPr sz="975" b="0" dirty="0">
                <a:solidFill>
                  <a:srgbClr val="91AFC2"/>
                </a:solidFill>
                <a:latin typeface="Arial"/>
                <a:ea typeface="Arial"/>
                <a:cs typeface="Arial"/>
              </a:rPr>
              <a:t>  |  </a:t>
            </a:r>
            <a:r>
              <a:rPr sz="975" b="0" dirty="0" err="1">
                <a:solidFill>
                  <a:srgbClr val="91AFC2"/>
                </a:solidFill>
                <a:latin typeface="Arial"/>
                <a:ea typeface="Arial"/>
                <a:cs typeface="Arial"/>
              </a:rPr>
              <a:t>UNLaM</a:t>
            </a:r>
            <a:endParaRPr sz="975" b="0" dirty="0">
              <a:solidFill>
                <a:srgbClr val="91AF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22AF230-D0EC-4522-9BBE-88E38BBFC3BB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0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368E6A7D-5D2A-9D7B-28E5-8BF5DD723475}"/>
              </a:ext>
            </a:extLst>
          </p:cNvPr>
          <p:cNvSpPr/>
          <p:nvPr/>
        </p:nvSpPr>
        <p:spPr>
          <a:xfrm>
            <a:off x="5112949" y="2151531"/>
            <a:ext cx="2205820" cy="1807863"/>
          </a:xfrm>
          <a:prstGeom prst="roundRect">
            <a:avLst/>
          </a:prstGeom>
          <a:solidFill>
            <a:srgbClr val="071B37"/>
          </a:solidFill>
          <a:ln w="15240">
            <a:solidFill>
              <a:srgbClr val="54D6A4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EC46473D-DA72-B298-6D94-5D66E67CF463}"/>
              </a:ext>
            </a:extLst>
          </p:cNvPr>
          <p:cNvGrpSpPr/>
          <p:nvPr/>
        </p:nvGrpSpPr>
        <p:grpSpPr>
          <a:xfrm>
            <a:off x="612648" y="2369406"/>
            <a:ext cx="3502152" cy="1261562"/>
            <a:chOff x="594360" y="3839828"/>
            <a:chExt cx="3502152" cy="1261562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08CA98A6-D542-6185-B429-F64D985C9741}"/>
                </a:ext>
              </a:extLst>
            </p:cNvPr>
            <p:cNvSpPr/>
            <p:nvPr/>
          </p:nvSpPr>
          <p:spPr>
            <a:xfrm>
              <a:off x="594360" y="3839828"/>
              <a:ext cx="3502152" cy="1261562"/>
            </a:xfrm>
            <a:prstGeom prst="roundRect">
              <a:avLst/>
            </a:prstGeom>
            <a:solidFill>
              <a:srgbClr val="09263D"/>
            </a:solidFill>
            <a:ln w="15240">
              <a:solidFill>
                <a:srgbClr val="18B8FF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79E22E66-4D57-AE37-13E2-1B50A2959EB6}"/>
                </a:ext>
              </a:extLst>
            </p:cNvPr>
            <p:cNvSpPr/>
            <p:nvPr/>
          </p:nvSpPr>
          <p:spPr>
            <a:xfrm>
              <a:off x="685800" y="387205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53D2FF"/>
                  </a:solidFill>
                </a:rPr>
                <a:t>Entrada</a:t>
              </a:r>
              <a:endParaRPr lang="en-US" sz="1100" dirty="0"/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4812F52A-666A-0C5C-8AD7-588D3BEA6F00}"/>
                </a:ext>
              </a:extLst>
            </p:cNvPr>
            <p:cNvSpPr/>
            <p:nvPr/>
          </p:nvSpPr>
          <p:spPr>
            <a:xfrm>
              <a:off x="843153" y="3941484"/>
              <a:ext cx="3136392" cy="1005840"/>
            </a:xfrm>
            <a:prstGeom prst="rect">
              <a:avLst/>
            </a:prstGeom>
            <a:noFill/>
            <a:ln/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i="1" dirty="0">
                  <a:solidFill>
                    <a:srgbClr val="F5FAFE"/>
                  </a:solidFill>
                </a:rPr>
                <a:t>“Trabajé 3 años como desarrollador… participé en… estudié…”</a:t>
              </a:r>
              <a:endParaRPr lang="en-US" sz="1500" dirty="0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326FA162-6C99-400A-1352-6011FB153727}"/>
                </a:ext>
              </a:extLst>
            </p:cNvPr>
            <p:cNvSpPr/>
            <p:nvPr/>
          </p:nvSpPr>
          <p:spPr>
            <a:xfrm>
              <a:off x="749808" y="4727448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8EA5B7"/>
                  </a:solidFill>
                </a:rPr>
                <a:t>Lenguaje natural del usuario</a:t>
              </a:r>
              <a:endParaRPr lang="en-US" sz="950" dirty="0"/>
            </a:p>
          </p:txBody>
        </p:sp>
      </p:grpSp>
      <p:sp>
        <p:nvSpPr>
          <p:cNvPr id="42" name="Text 7">
            <a:extLst>
              <a:ext uri="{FF2B5EF4-FFF2-40B4-BE49-F238E27FC236}">
                <a16:creationId xmlns:a16="http://schemas.microsoft.com/office/drawing/2014/main" id="{991963DA-9B20-9422-FD29-0CBAFF559069}"/>
              </a:ext>
            </a:extLst>
          </p:cNvPr>
          <p:cNvSpPr/>
          <p:nvPr/>
        </p:nvSpPr>
        <p:spPr>
          <a:xfrm>
            <a:off x="5035987" y="2304653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FAFE"/>
                </a:solidFill>
              </a:rPr>
              <a:t>Azure OpenAI</a:t>
            </a:r>
            <a:endParaRPr lang="en-US" sz="230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E7E786B4-C3A0-E921-6FEA-F24EF8479282}"/>
              </a:ext>
            </a:extLst>
          </p:cNvPr>
          <p:cNvSpPr/>
          <p:nvPr/>
        </p:nvSpPr>
        <p:spPr>
          <a:xfrm>
            <a:off x="5229916" y="2670413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3D2FF"/>
                </a:solidFill>
              </a:rPr>
              <a:t>deployment: gpt-4o-1</a:t>
            </a:r>
            <a:endParaRPr lang="en-US" sz="105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BF4C18B6-260A-B2DE-A0E1-95CF03D41CCF}"/>
              </a:ext>
            </a:extLst>
          </p:cNvPr>
          <p:cNvSpPr/>
          <p:nvPr/>
        </p:nvSpPr>
        <p:spPr>
          <a:xfrm>
            <a:off x="4248320" y="3000187"/>
            <a:ext cx="731520" cy="0"/>
          </a:xfrm>
          <a:prstGeom prst="line">
            <a:avLst/>
          </a:prstGeom>
          <a:noFill/>
          <a:ln w="22860">
            <a:solidFill>
              <a:srgbClr val="18B8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5EEBB607-42B0-A467-C9DF-7B98224EA997}"/>
              </a:ext>
            </a:extLst>
          </p:cNvPr>
          <p:cNvSpPr/>
          <p:nvPr/>
        </p:nvSpPr>
        <p:spPr>
          <a:xfrm>
            <a:off x="7442294" y="2984947"/>
            <a:ext cx="731520" cy="0"/>
          </a:xfrm>
          <a:prstGeom prst="line">
            <a:avLst/>
          </a:prstGeom>
          <a:noFill/>
          <a:ln w="22860">
            <a:solidFill>
              <a:srgbClr val="54D6A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33AFECC4-439E-0898-EBF7-54855D6452AD}"/>
              </a:ext>
            </a:extLst>
          </p:cNvPr>
          <p:cNvGrpSpPr/>
          <p:nvPr/>
        </p:nvGrpSpPr>
        <p:grpSpPr>
          <a:xfrm>
            <a:off x="8344029" y="1935867"/>
            <a:ext cx="2881443" cy="2076229"/>
            <a:chOff x="8334614" y="1554739"/>
            <a:chExt cx="2881443" cy="2932550"/>
          </a:xfrm>
          <a:solidFill>
            <a:srgbClr val="071B37"/>
          </a:solidFill>
        </p:grpSpPr>
        <p:sp>
          <p:nvSpPr>
            <p:cNvPr id="47" name="Shape 13">
              <a:extLst>
                <a:ext uri="{FF2B5EF4-FFF2-40B4-BE49-F238E27FC236}">
                  <a16:creationId xmlns:a16="http://schemas.microsoft.com/office/drawing/2014/main" id="{2C96EA04-0BEA-5F72-1784-9E354D505827}"/>
                </a:ext>
              </a:extLst>
            </p:cNvPr>
            <p:cNvSpPr/>
            <p:nvPr/>
          </p:nvSpPr>
          <p:spPr>
            <a:xfrm>
              <a:off x="8334614" y="1554739"/>
              <a:ext cx="2881443" cy="2932550"/>
            </a:xfrm>
            <a:prstGeom prst="roundRect">
              <a:avLst/>
            </a:prstGeom>
            <a:grpFill/>
            <a:ln w="15240">
              <a:solidFill>
                <a:srgbClr val="00B0F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14">
              <a:extLst>
                <a:ext uri="{FF2B5EF4-FFF2-40B4-BE49-F238E27FC236}">
                  <a16:creationId xmlns:a16="http://schemas.microsoft.com/office/drawing/2014/main" id="{BE972FF0-DDF8-65FF-DFBC-E15708F1212E}"/>
                </a:ext>
              </a:extLst>
            </p:cNvPr>
            <p:cNvSpPr/>
            <p:nvPr/>
          </p:nvSpPr>
          <p:spPr>
            <a:xfrm>
              <a:off x="8575342" y="1745164"/>
              <a:ext cx="2407281" cy="215815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B0F0"/>
                  </a:solidFill>
                </a:rPr>
                <a:t>Salida estructurada</a:t>
              </a:r>
              <a:endParaRPr lang="en-US" sz="1100" dirty="0">
                <a:solidFill>
                  <a:srgbClr val="00B0F0"/>
                </a:solidFill>
              </a:endParaRPr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717AEC6B-6767-4729-A49C-4C59A73A910D}"/>
                </a:ext>
              </a:extLst>
            </p:cNvPr>
            <p:cNvSpPr/>
            <p:nvPr/>
          </p:nvSpPr>
          <p:spPr>
            <a:xfrm>
              <a:off x="9022407" y="2138214"/>
              <a:ext cx="1387526" cy="1567836"/>
            </a:xfrm>
            <a:prstGeom prst="rect">
              <a:avLst/>
            </a:prstGeom>
            <a:grpFill/>
            <a:ln/>
          </p:spPr>
          <p:txBody>
            <a:bodyPr wrap="square" lIns="254" tIns="254" rIns="254" bIns="254" rtlCol="0" anchor="ctr">
              <a:normAutofit fontScale="77500" lnSpcReduction="20000"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{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personalInfo,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summary,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experience,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education,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skills,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languages,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certifications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F5FAF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D2B875B3-D26B-DC88-B888-C43581882BA0}"/>
                </a:ext>
              </a:extLst>
            </p:cNvPr>
            <p:cNvSpPr/>
            <p:nvPr/>
          </p:nvSpPr>
          <p:spPr>
            <a:xfrm>
              <a:off x="8648290" y="3922361"/>
              <a:ext cx="2261386" cy="291985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 fontScale="85000" lnSpcReduction="20000"/>
            </a:bodyPr>
            <a:lstStyle/>
            <a:p>
              <a:pPr marL="0" indent="0" algn="ctr">
                <a:buNone/>
              </a:pPr>
              <a:r>
                <a:rPr lang="en-US" sz="980" dirty="0">
                  <a:solidFill>
                    <a:srgbClr val="C7D4DE"/>
                  </a:solidFill>
                </a:rPr>
                <a:t>El backend valida el contrato antes de persistir o renderizar.</a:t>
              </a:r>
              <a:endParaRPr lang="en-US" sz="980" dirty="0"/>
            </a:p>
          </p:txBody>
        </p:sp>
      </p:grpSp>
      <p:sp>
        <p:nvSpPr>
          <p:cNvPr id="51" name="text">
            <a:extLst>
              <a:ext uri="{FF2B5EF4-FFF2-40B4-BE49-F238E27FC236}">
                <a16:creationId xmlns:a16="http://schemas.microsoft.com/office/drawing/2014/main" id="{AB6EAC25-52B3-298F-D441-EDF85BE8BE57}"/>
              </a:ext>
            </a:extLst>
          </p:cNvPr>
          <p:cNvSpPr>
            <a:spLocks noGrp="1"/>
          </p:cNvSpPr>
          <p:nvPr/>
        </p:nvSpPr>
        <p:spPr>
          <a:xfrm>
            <a:off x="5330881" y="3205254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73"/>
          </a:bodyPr>
          <a:lstStyle/>
          <a:p>
            <a:pPr algn="ctr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100" b="0" dirty="0" err="1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Interpreta</a:t>
            </a:r>
            <a:r>
              <a:rPr sz="1100" b="0" dirty="0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 el </a:t>
            </a:r>
            <a:r>
              <a:rPr sz="1100" b="0" dirty="0" err="1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relato</a:t>
            </a:r>
            <a:r>
              <a:rPr sz="1100" b="0" dirty="0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 y</a:t>
            </a:r>
          </a:p>
          <a:p>
            <a:pPr algn="ctr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propone un CV </a:t>
            </a:r>
            <a:r>
              <a:rPr sz="1100" b="0" dirty="0" err="1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en</a:t>
            </a:r>
            <a:r>
              <a:rPr sz="1100" b="0" dirty="0">
                <a:solidFill>
                  <a:schemeClr val="tx2">
                    <a:lumMod val="40000"/>
                    <a:lumOff val="60000"/>
                  </a:schemeClr>
                </a:solidFill>
                <a:ea typeface="Arial"/>
                <a:cs typeface="Arial"/>
              </a:rPr>
              <a:t> JSON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770AECE-9AA3-34FA-C486-D76AF0E75685}"/>
              </a:ext>
            </a:extLst>
          </p:cNvPr>
          <p:cNvSpPr>
            <a:spLocks noGrp="1"/>
          </p:cNvSpPr>
          <p:nvPr/>
        </p:nvSpPr>
        <p:spPr>
          <a:xfrm>
            <a:off x="786672" y="4627018"/>
            <a:ext cx="38100" cy="13525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65179D44-08DF-B01B-BF10-8EC46BAE6949}"/>
              </a:ext>
            </a:extLst>
          </p:cNvPr>
          <p:cNvSpPr>
            <a:spLocks noGrp="1"/>
          </p:cNvSpPr>
          <p:nvPr/>
        </p:nvSpPr>
        <p:spPr>
          <a:xfrm>
            <a:off x="936261" y="4903243"/>
            <a:ext cx="3619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17" lnSpcReduction="10000"/>
          </a:bodyPr>
          <a:lstStyle/>
          <a:p>
            <a:pPr algn="l">
              <a:defRPr sz="12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ASISTENTE DE TRAYECTORIA</a:t>
            </a:r>
          </a:p>
        </p:txBody>
      </p:sp>
      <p:sp>
        <p:nvSpPr>
          <p:cNvPr id="54" name="text">
            <a:extLst>
              <a:ext uri="{FF2B5EF4-FFF2-40B4-BE49-F238E27FC236}">
                <a16:creationId xmlns:a16="http://schemas.microsoft.com/office/drawing/2014/main" id="{418EA47E-0FA5-76B1-7098-07546F3B1F93}"/>
              </a:ext>
            </a:extLst>
          </p:cNvPr>
          <p:cNvSpPr>
            <a:spLocks noGrp="1"/>
          </p:cNvSpPr>
          <p:nvPr/>
        </p:nvSpPr>
        <p:spPr>
          <a:xfrm>
            <a:off x="936261" y="5274718"/>
            <a:ext cx="5000625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Pregunta cuando falta información y propone redacciones vinculadas a evidencia del usuario.</a:t>
            </a:r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BCCA7697-529A-5AF4-6A39-92DB2A5162A9}"/>
              </a:ext>
            </a:extLst>
          </p:cNvPr>
          <p:cNvSpPr>
            <a:spLocks noGrp="1"/>
          </p:cNvSpPr>
          <p:nvPr/>
        </p:nvSpPr>
        <p:spPr>
          <a:xfrm>
            <a:off x="6110068" y="5310075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El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usuario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acepta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edita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o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rechaza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cada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propuesta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. El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no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incorpora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cambios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al CV sin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esa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D2E0EA"/>
                </a:solidFill>
                <a:latin typeface="Arial"/>
                <a:ea typeface="Arial"/>
                <a:cs typeface="Arial"/>
              </a:rPr>
              <a:t>decisión</a:t>
            </a:r>
            <a:r>
              <a:rPr sz="1425" b="0" dirty="0">
                <a:solidFill>
                  <a:srgbClr val="D2E0E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1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AF383-4904-7C51-6445-C5492457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C355317A-AD60-697B-891E-F55E88BEB3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08EEE861-B0B8-8068-C9F9-963FE64016C9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FB41AB8-4B33-772F-D17E-870A89E9146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0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</a:t>
            </a:r>
            <a:r>
              <a:rPr sz="975" b="0" dirty="0" err="1">
                <a:solidFill>
                  <a:srgbClr val="91AFC2"/>
                </a:solidFill>
                <a:latin typeface="Arial"/>
                <a:ea typeface="Arial"/>
                <a:cs typeface="Arial"/>
              </a:rPr>
              <a:t>Aplicada</a:t>
            </a:r>
            <a:r>
              <a:rPr sz="975" b="0" dirty="0">
                <a:solidFill>
                  <a:srgbClr val="91AFC2"/>
                </a:solidFill>
                <a:latin typeface="Arial"/>
                <a:ea typeface="Arial"/>
                <a:cs typeface="Arial"/>
              </a:rPr>
              <a:t>  |  </a:t>
            </a:r>
            <a:r>
              <a:rPr sz="975" b="0" dirty="0" err="1">
                <a:solidFill>
                  <a:srgbClr val="91AFC2"/>
                </a:solidFill>
                <a:latin typeface="Arial"/>
                <a:ea typeface="Arial"/>
                <a:cs typeface="Arial"/>
              </a:rPr>
              <a:t>UNLaM</a:t>
            </a:r>
            <a:endParaRPr sz="975" b="0" dirty="0">
              <a:solidFill>
                <a:srgbClr val="91AFC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0B4A878-911C-9BFD-5BCA-C5D58D05AF2A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0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0F5C6D67-7C61-6C67-482D-BFA790246024}"/>
              </a:ext>
            </a:extLst>
          </p:cNvPr>
          <p:cNvSpPr/>
          <p:nvPr/>
        </p:nvSpPr>
        <p:spPr>
          <a:xfrm>
            <a:off x="59436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AF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con control de calidad y evidencia</a:t>
            </a:r>
            <a:endParaRPr lang="en-US" sz="25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B3B2300-2090-4FA9-DBDE-BAFEB02E8EE3}"/>
              </a:ext>
            </a:extLst>
          </p:cNvPr>
          <p:cNvSpPr/>
          <p:nvPr/>
        </p:nvSpPr>
        <p:spPr>
          <a:xfrm>
            <a:off x="612648" y="8778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5B7"/>
                </a:solidFill>
              </a:rPr>
              <a:t>La generación no se deja completamente librada al modelo</a:t>
            </a:r>
            <a:endParaRPr lang="en-US" sz="10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D890A9E-B6DB-920C-FFC4-D51F725624B9}"/>
              </a:ext>
            </a:extLst>
          </p:cNvPr>
          <p:cNvSpPr/>
          <p:nvPr/>
        </p:nvSpPr>
        <p:spPr>
          <a:xfrm>
            <a:off x="594360" y="1225296"/>
            <a:ext cx="1097280" cy="0"/>
          </a:xfrm>
          <a:prstGeom prst="line">
            <a:avLst/>
          </a:prstGeom>
          <a:noFill/>
          <a:ln w="38100">
            <a:solidFill>
              <a:srgbClr val="18B8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BB4CA685-1168-C8E7-3CFE-4F1B98956D2C}"/>
              </a:ext>
            </a:extLst>
          </p:cNvPr>
          <p:cNvSpPr/>
          <p:nvPr/>
        </p:nvSpPr>
        <p:spPr>
          <a:xfrm>
            <a:off x="640080" y="1536192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0D1D2B">
              <a:alpha val="98000"/>
            </a:srgbClr>
          </a:solidFill>
          <a:ln w="13970">
            <a:solidFill>
              <a:srgbClr val="1A3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1099A7BE-324E-71C2-AA7E-18D8CAAB0141}"/>
              </a:ext>
            </a:extLst>
          </p:cNvPr>
          <p:cNvSpPr/>
          <p:nvPr/>
        </p:nvSpPr>
        <p:spPr>
          <a:xfrm>
            <a:off x="640080" y="1536192"/>
            <a:ext cx="54864" cy="1508760"/>
          </a:xfrm>
          <a:prstGeom prst="rect">
            <a:avLst/>
          </a:prstGeom>
          <a:solidFill>
            <a:srgbClr val="FF758F"/>
          </a:solidFill>
          <a:ln w="12700">
            <a:solidFill>
              <a:srgbClr val="FF75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ABCDC9A-504B-6C43-7288-8FFAC39D4896}"/>
              </a:ext>
            </a:extLst>
          </p:cNvPr>
          <p:cNvSpPr/>
          <p:nvPr/>
        </p:nvSpPr>
        <p:spPr>
          <a:xfrm>
            <a:off x="841248" y="1700784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AFE"/>
                </a:solidFill>
              </a:rPr>
              <a:t>Prompt restrictivo</a:t>
            </a:r>
            <a:endParaRPr lang="en-US" sz="13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A40C08B-09FE-3701-2DA1-E09E0740C181}"/>
              </a:ext>
            </a:extLst>
          </p:cNvPr>
          <p:cNvSpPr/>
          <p:nvPr/>
        </p:nvSpPr>
        <p:spPr>
          <a:xfrm>
            <a:off x="841248" y="2121408"/>
            <a:ext cx="315468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7D4DE"/>
                </a:solidFill>
              </a:rPr>
              <a:t>Se instruye al modelo para no inventar empresas, cargos, fechas, estudios, habilidades, logros, idiomas ni credenciales.</a:t>
            </a:r>
            <a:endParaRPr lang="en-US" sz="102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2349ED8-A773-2911-DC02-7D83D6E516C0}"/>
              </a:ext>
            </a:extLst>
          </p:cNvPr>
          <p:cNvSpPr/>
          <p:nvPr/>
        </p:nvSpPr>
        <p:spPr>
          <a:xfrm>
            <a:off x="640080" y="3310128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0D1D2B">
              <a:alpha val="98000"/>
            </a:srgbClr>
          </a:solidFill>
          <a:ln w="13970">
            <a:solidFill>
              <a:srgbClr val="1A3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02C81AC3-9C4C-BEFC-3976-D6F6AC45CB9F}"/>
              </a:ext>
            </a:extLst>
          </p:cNvPr>
          <p:cNvSpPr/>
          <p:nvPr/>
        </p:nvSpPr>
        <p:spPr>
          <a:xfrm>
            <a:off x="640080" y="3310128"/>
            <a:ext cx="54864" cy="1508760"/>
          </a:xfrm>
          <a:prstGeom prst="rect">
            <a:avLst/>
          </a:prstGeom>
          <a:solidFill>
            <a:srgbClr val="18B8FF"/>
          </a:solidFill>
          <a:ln w="12700">
            <a:solidFill>
              <a:srgbClr val="18B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0932BF06-7443-958E-D315-83E16B79103E}"/>
              </a:ext>
            </a:extLst>
          </p:cNvPr>
          <p:cNvSpPr/>
          <p:nvPr/>
        </p:nvSpPr>
        <p:spPr>
          <a:xfrm>
            <a:off x="841248" y="3474720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AFE"/>
                </a:solidFill>
              </a:rPr>
              <a:t>Contrato estricto</a:t>
            </a:r>
            <a:endParaRPr lang="en-US" sz="135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89F86995-79F1-89D0-897A-60D9455F670F}"/>
              </a:ext>
            </a:extLst>
          </p:cNvPr>
          <p:cNvSpPr/>
          <p:nvPr/>
        </p:nvSpPr>
        <p:spPr>
          <a:xfrm>
            <a:off x="841248" y="3895344"/>
            <a:ext cx="315468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7D4DE"/>
                </a:solidFill>
              </a:rPr>
              <a:t>La salida debe respetar la estructura del CV y pasa por validaciones de tipos y formatos antes de utilizarse.</a:t>
            </a:r>
            <a:endParaRPr lang="en-US" sz="1020" dirty="0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2F6AF017-6547-C8BB-C927-B8786929554D}"/>
              </a:ext>
            </a:extLst>
          </p:cNvPr>
          <p:cNvSpPr/>
          <p:nvPr/>
        </p:nvSpPr>
        <p:spPr>
          <a:xfrm>
            <a:off x="640080" y="5074920"/>
            <a:ext cx="3502152" cy="1097280"/>
          </a:xfrm>
          <a:prstGeom prst="roundRect">
            <a:avLst>
              <a:gd name="adj" fmla="val 6667"/>
            </a:avLst>
          </a:prstGeom>
          <a:solidFill>
            <a:srgbClr val="0D1D2B">
              <a:alpha val="98000"/>
            </a:srgbClr>
          </a:solidFill>
          <a:ln w="13970">
            <a:solidFill>
              <a:srgbClr val="1A3A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F80C3074-3E53-5FDB-7CE7-DB64A4CD21CD}"/>
              </a:ext>
            </a:extLst>
          </p:cNvPr>
          <p:cNvSpPr/>
          <p:nvPr/>
        </p:nvSpPr>
        <p:spPr>
          <a:xfrm>
            <a:off x="640080" y="5074920"/>
            <a:ext cx="54864" cy="1097280"/>
          </a:xfrm>
          <a:prstGeom prst="rect">
            <a:avLst/>
          </a:prstGeom>
          <a:solidFill>
            <a:srgbClr val="54D6A4"/>
          </a:solidFill>
          <a:ln w="12700">
            <a:solidFill>
              <a:srgbClr val="54D6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C989DF38-F61D-17EE-4FE4-8FD6009091EA}"/>
              </a:ext>
            </a:extLst>
          </p:cNvPr>
          <p:cNvSpPr/>
          <p:nvPr/>
        </p:nvSpPr>
        <p:spPr>
          <a:xfrm>
            <a:off x="841248" y="523951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AFE"/>
                </a:solidFill>
              </a:rPr>
              <a:t>Revisión humana</a:t>
            </a:r>
            <a:endParaRPr lang="en-US" sz="135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3A4324C8-5772-AC22-0B2A-EA3D10472922}"/>
              </a:ext>
            </a:extLst>
          </p:cNvPr>
          <p:cNvSpPr/>
          <p:nvPr/>
        </p:nvSpPr>
        <p:spPr>
          <a:xfrm>
            <a:off x="841248" y="5660136"/>
            <a:ext cx="3154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7D4DE"/>
                </a:solidFill>
              </a:rPr>
              <a:t>Las propuestas de enriquecimiento requieren aceptación o edición del usuario antes de incorporarse.</a:t>
            </a:r>
            <a:endParaRPr lang="en-US" sz="1020" dirty="0"/>
          </a:p>
        </p:txBody>
      </p:sp>
      <p:sp>
        <p:nvSpPr>
          <p:cNvPr id="60" name="Shape 15">
            <a:extLst>
              <a:ext uri="{FF2B5EF4-FFF2-40B4-BE49-F238E27FC236}">
                <a16:creationId xmlns:a16="http://schemas.microsoft.com/office/drawing/2014/main" id="{1EBF4E7D-7330-467D-DFF7-213FB3F88C9B}"/>
              </a:ext>
            </a:extLst>
          </p:cNvPr>
          <p:cNvSpPr/>
          <p:nvPr/>
        </p:nvSpPr>
        <p:spPr>
          <a:xfrm>
            <a:off x="4800600" y="1600200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02638"/>
          </a:solidFill>
          <a:ln w="17780">
            <a:solidFill>
              <a:srgbClr val="18B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0C0D0C62-40E2-6D27-6116-FBC237B6FEEF}"/>
              </a:ext>
            </a:extLst>
          </p:cNvPr>
          <p:cNvSpPr/>
          <p:nvPr/>
        </p:nvSpPr>
        <p:spPr>
          <a:xfrm>
            <a:off x="4910328" y="177393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FAFE"/>
                </a:solidFill>
              </a:rPr>
              <a:t>Trayectoria</a:t>
            </a:r>
            <a:endParaRPr lang="en-US" sz="112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F5AC3D5C-C069-D231-84DE-7A8365BC10E0}"/>
              </a:ext>
            </a:extLst>
          </p:cNvPr>
          <p:cNvSpPr/>
          <p:nvPr/>
        </p:nvSpPr>
        <p:spPr>
          <a:xfrm>
            <a:off x="4910328" y="208483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8EA5B7"/>
                </a:solidFill>
              </a:rPr>
              <a:t>Texto + respuestas</a:t>
            </a:r>
            <a:endParaRPr lang="en-US" sz="790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F83CE804-BB44-1120-AD7E-DF8EBF1F7888}"/>
              </a:ext>
            </a:extLst>
          </p:cNvPr>
          <p:cNvSpPr/>
          <p:nvPr/>
        </p:nvSpPr>
        <p:spPr>
          <a:xfrm>
            <a:off x="8705087" y="1604773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02638"/>
          </a:solidFill>
          <a:ln w="17780">
            <a:solidFill>
              <a:srgbClr val="54D6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203080D7-57FF-CEB0-6E12-CB42867FA321}"/>
              </a:ext>
            </a:extLst>
          </p:cNvPr>
          <p:cNvSpPr/>
          <p:nvPr/>
        </p:nvSpPr>
        <p:spPr>
          <a:xfrm>
            <a:off x="8814815" y="1778509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FAFE"/>
                </a:solidFill>
              </a:rPr>
              <a:t>Propuestas</a:t>
            </a:r>
            <a:endParaRPr lang="en-US" sz="1120" dirty="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706EA48D-437F-6B5E-8437-641DC47E89ED}"/>
              </a:ext>
            </a:extLst>
          </p:cNvPr>
          <p:cNvSpPr/>
          <p:nvPr/>
        </p:nvSpPr>
        <p:spPr>
          <a:xfrm>
            <a:off x="8814815" y="2089405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8EA5B7"/>
                </a:solidFill>
              </a:rPr>
              <a:t>Con evidencia</a:t>
            </a:r>
            <a:endParaRPr lang="en-US" sz="790" dirty="0"/>
          </a:p>
        </p:txBody>
      </p:sp>
      <p:sp>
        <p:nvSpPr>
          <p:cNvPr id="72" name="Shape 21">
            <a:extLst>
              <a:ext uri="{FF2B5EF4-FFF2-40B4-BE49-F238E27FC236}">
                <a16:creationId xmlns:a16="http://schemas.microsoft.com/office/drawing/2014/main" id="{8E4A8E37-F3D8-E95E-3B29-EC7886451706}"/>
              </a:ext>
            </a:extLst>
          </p:cNvPr>
          <p:cNvSpPr/>
          <p:nvPr/>
        </p:nvSpPr>
        <p:spPr>
          <a:xfrm>
            <a:off x="4800600" y="4249235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02638"/>
          </a:solidFill>
          <a:ln w="17780">
            <a:solidFill>
              <a:srgbClr val="FFC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BEDE6043-BA4A-B396-BA95-2A097524E5D7}"/>
              </a:ext>
            </a:extLst>
          </p:cNvPr>
          <p:cNvSpPr/>
          <p:nvPr/>
        </p:nvSpPr>
        <p:spPr>
          <a:xfrm>
            <a:off x="4910328" y="4422971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FAFE"/>
                </a:solidFill>
              </a:rPr>
              <a:t>Pregunta</a:t>
            </a:r>
            <a:endParaRPr lang="en-US" sz="1120" dirty="0"/>
          </a:p>
        </p:txBody>
      </p:sp>
      <p:sp>
        <p:nvSpPr>
          <p:cNvPr id="76" name="Text 23">
            <a:extLst>
              <a:ext uri="{FF2B5EF4-FFF2-40B4-BE49-F238E27FC236}">
                <a16:creationId xmlns:a16="http://schemas.microsoft.com/office/drawing/2014/main" id="{4218C2D7-D703-132B-42D2-2133A8E9BE81}"/>
              </a:ext>
            </a:extLst>
          </p:cNvPr>
          <p:cNvSpPr/>
          <p:nvPr/>
        </p:nvSpPr>
        <p:spPr>
          <a:xfrm>
            <a:off x="4910328" y="4733867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8EA5B7"/>
                </a:solidFill>
              </a:rPr>
              <a:t>Si falta información</a:t>
            </a:r>
            <a:endParaRPr lang="en-US" sz="790" dirty="0"/>
          </a:p>
        </p:txBody>
      </p:sp>
      <p:sp>
        <p:nvSpPr>
          <p:cNvPr id="78" name="Shape 24">
            <a:extLst>
              <a:ext uri="{FF2B5EF4-FFF2-40B4-BE49-F238E27FC236}">
                <a16:creationId xmlns:a16="http://schemas.microsoft.com/office/drawing/2014/main" id="{346CE039-6CD3-99F2-6C8D-028AC334D83B}"/>
              </a:ext>
            </a:extLst>
          </p:cNvPr>
          <p:cNvSpPr/>
          <p:nvPr/>
        </p:nvSpPr>
        <p:spPr>
          <a:xfrm>
            <a:off x="8705087" y="4465801"/>
            <a:ext cx="2011680" cy="896112"/>
          </a:xfrm>
          <a:prstGeom prst="roundRect">
            <a:avLst>
              <a:gd name="adj" fmla="val 8163"/>
            </a:avLst>
          </a:prstGeom>
          <a:solidFill>
            <a:srgbClr val="102638"/>
          </a:solidFill>
          <a:ln w="17780">
            <a:solidFill>
              <a:srgbClr val="18B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B3F32FCC-3867-1852-7A19-52F6F8557C85}"/>
              </a:ext>
            </a:extLst>
          </p:cNvPr>
          <p:cNvSpPr/>
          <p:nvPr/>
        </p:nvSpPr>
        <p:spPr>
          <a:xfrm>
            <a:off x="8814815" y="4639537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FAFE"/>
                </a:solidFill>
              </a:rPr>
              <a:t>Aprobación</a:t>
            </a:r>
            <a:endParaRPr lang="en-US" sz="1120" dirty="0"/>
          </a:p>
        </p:txBody>
      </p:sp>
      <p:sp>
        <p:nvSpPr>
          <p:cNvPr id="82" name="Text 26">
            <a:extLst>
              <a:ext uri="{FF2B5EF4-FFF2-40B4-BE49-F238E27FC236}">
                <a16:creationId xmlns:a16="http://schemas.microsoft.com/office/drawing/2014/main" id="{F1F71DA5-9321-5A1A-AADA-6442F6151263}"/>
              </a:ext>
            </a:extLst>
          </p:cNvPr>
          <p:cNvSpPr/>
          <p:nvPr/>
        </p:nvSpPr>
        <p:spPr>
          <a:xfrm>
            <a:off x="8814815" y="4950433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90" dirty="0">
                <a:solidFill>
                  <a:srgbClr val="8EA5B7"/>
                </a:solidFill>
              </a:rPr>
              <a:t>Usuario decide</a:t>
            </a:r>
            <a:endParaRPr lang="en-US" sz="790" dirty="0"/>
          </a:p>
        </p:txBody>
      </p:sp>
      <p:sp>
        <p:nvSpPr>
          <p:cNvPr id="84" name="Shape 27">
            <a:extLst>
              <a:ext uri="{FF2B5EF4-FFF2-40B4-BE49-F238E27FC236}">
                <a16:creationId xmlns:a16="http://schemas.microsoft.com/office/drawing/2014/main" id="{54EFE351-FC56-08E4-39A2-94E0FA71E8F3}"/>
              </a:ext>
            </a:extLst>
          </p:cNvPr>
          <p:cNvSpPr/>
          <p:nvPr/>
        </p:nvSpPr>
        <p:spPr>
          <a:xfrm>
            <a:off x="6976872" y="2743200"/>
            <a:ext cx="1645920" cy="1234440"/>
          </a:xfrm>
          <a:prstGeom prst="diamond">
            <a:avLst/>
          </a:prstGeom>
          <a:solidFill>
            <a:srgbClr val="0D78C7"/>
          </a:solidFill>
          <a:ln w="19050">
            <a:solidFill>
              <a:srgbClr val="53D2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28">
            <a:extLst>
              <a:ext uri="{FF2B5EF4-FFF2-40B4-BE49-F238E27FC236}">
                <a16:creationId xmlns:a16="http://schemas.microsoft.com/office/drawing/2014/main" id="{912C0BE5-6CF8-F6E4-A381-9A8910E5E397}"/>
              </a:ext>
            </a:extLst>
          </p:cNvPr>
          <p:cNvSpPr/>
          <p:nvPr/>
        </p:nvSpPr>
        <p:spPr>
          <a:xfrm>
            <a:off x="7187184" y="3144894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FAFE"/>
                </a:solidFill>
              </a:rPr>
              <a:t>¿Hay evidencia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5FAFE"/>
                </a:solidFill>
              </a:rPr>
              <a:t>suficiente?</a:t>
            </a:r>
            <a:endParaRPr lang="en-US" sz="1020" dirty="0"/>
          </a:p>
        </p:txBody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2D115AEA-86B7-61A9-222F-9D033582ED86}"/>
              </a:ext>
            </a:extLst>
          </p:cNvPr>
          <p:cNvSpPr/>
          <p:nvPr/>
        </p:nvSpPr>
        <p:spPr>
          <a:xfrm>
            <a:off x="6922008" y="2532888"/>
            <a:ext cx="416051" cy="420624"/>
          </a:xfrm>
          <a:prstGeom prst="line">
            <a:avLst/>
          </a:prstGeom>
          <a:noFill/>
          <a:ln w="22860">
            <a:solidFill>
              <a:srgbClr val="18B8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0" name="Shape 30">
            <a:extLst>
              <a:ext uri="{FF2B5EF4-FFF2-40B4-BE49-F238E27FC236}">
                <a16:creationId xmlns:a16="http://schemas.microsoft.com/office/drawing/2014/main" id="{BCDE25D5-936C-5E7F-0D67-E44918BC34F4}"/>
              </a:ext>
            </a:extLst>
          </p:cNvPr>
          <p:cNvSpPr/>
          <p:nvPr/>
        </p:nvSpPr>
        <p:spPr>
          <a:xfrm flipV="1">
            <a:off x="8289037" y="2532885"/>
            <a:ext cx="416050" cy="420625"/>
          </a:xfrm>
          <a:prstGeom prst="line">
            <a:avLst/>
          </a:prstGeom>
          <a:noFill/>
          <a:ln w="22860">
            <a:solidFill>
              <a:srgbClr val="54D6A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2" name="Shape 31">
            <a:extLst>
              <a:ext uri="{FF2B5EF4-FFF2-40B4-BE49-F238E27FC236}">
                <a16:creationId xmlns:a16="http://schemas.microsoft.com/office/drawing/2014/main" id="{1693CC01-24BB-4CA9-C836-79EB6D2E7621}"/>
              </a:ext>
            </a:extLst>
          </p:cNvPr>
          <p:cNvSpPr/>
          <p:nvPr/>
        </p:nvSpPr>
        <p:spPr>
          <a:xfrm flipH="1">
            <a:off x="6848856" y="3752571"/>
            <a:ext cx="484631" cy="435381"/>
          </a:xfrm>
          <a:prstGeom prst="line">
            <a:avLst/>
          </a:prstGeom>
          <a:noFill/>
          <a:ln w="22860">
            <a:solidFill>
              <a:srgbClr val="FFC85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4" name="Shape 32">
            <a:extLst>
              <a:ext uri="{FF2B5EF4-FFF2-40B4-BE49-F238E27FC236}">
                <a16:creationId xmlns:a16="http://schemas.microsoft.com/office/drawing/2014/main" id="{D8730E4C-DAE9-1B9D-7DD3-79AA25855FEB}"/>
              </a:ext>
            </a:extLst>
          </p:cNvPr>
          <p:cNvSpPr/>
          <p:nvPr/>
        </p:nvSpPr>
        <p:spPr>
          <a:xfrm>
            <a:off x="9738360" y="2743200"/>
            <a:ext cx="0" cy="1408176"/>
          </a:xfrm>
          <a:prstGeom prst="line">
            <a:avLst/>
          </a:prstGeom>
          <a:noFill/>
          <a:ln w="22860">
            <a:solidFill>
              <a:srgbClr val="18B8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6" name="Text 33">
            <a:extLst>
              <a:ext uri="{FF2B5EF4-FFF2-40B4-BE49-F238E27FC236}">
                <a16:creationId xmlns:a16="http://schemas.microsoft.com/office/drawing/2014/main" id="{695D11D7-EEAC-DBB1-7FDF-893879CB117B}"/>
              </a:ext>
            </a:extLst>
          </p:cNvPr>
          <p:cNvSpPr/>
          <p:nvPr/>
        </p:nvSpPr>
        <p:spPr>
          <a:xfrm>
            <a:off x="8316467" y="2540427"/>
            <a:ext cx="274320" cy="30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4D6A4"/>
                </a:solidFill>
              </a:rPr>
              <a:t>Sí</a:t>
            </a:r>
            <a:endParaRPr lang="en-US" sz="850" dirty="0"/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73FE2DB4-B998-9C61-8FC8-9FE2387F3F31}"/>
              </a:ext>
            </a:extLst>
          </p:cNvPr>
          <p:cNvSpPr/>
          <p:nvPr/>
        </p:nvSpPr>
        <p:spPr>
          <a:xfrm>
            <a:off x="6882464" y="37947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857"/>
                </a:solidFill>
              </a:rPr>
              <a:t>No</a:t>
            </a:r>
            <a:endParaRPr lang="en-US" sz="850" dirty="0"/>
          </a:p>
        </p:txBody>
      </p:sp>
      <p:sp>
        <p:nvSpPr>
          <p:cNvPr id="100" name="Text 35">
            <a:extLst>
              <a:ext uri="{FF2B5EF4-FFF2-40B4-BE49-F238E27FC236}">
                <a16:creationId xmlns:a16="http://schemas.microsoft.com/office/drawing/2014/main" id="{CBF76342-4DD8-F15B-EB13-2BF8B14B2569}"/>
              </a:ext>
            </a:extLst>
          </p:cNvPr>
          <p:cNvSpPr/>
          <p:nvPr/>
        </p:nvSpPr>
        <p:spPr>
          <a:xfrm>
            <a:off x="4736592" y="5660136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C7D4DE"/>
                </a:solidFill>
              </a:rPr>
              <a:t>La propuesta se construye sobre información verificable del usuario y no sobre supuestos del modelo.</a:t>
            </a:r>
            <a:endParaRPr lang="en-US" sz="1120" dirty="0"/>
          </a:p>
        </p:txBody>
      </p:sp>
    </p:spTree>
    <p:extLst>
      <p:ext uri="{BB962C8B-B14F-4D97-AF65-F5344CB8AC3E}">
        <p14:creationId xmlns:p14="http://schemas.microsoft.com/office/powerpoint/2010/main" val="100038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94CBF5BC-BE22-47B5-9177-5C76DF37AA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ADB0B10-8E3E-4467-8095-D6188C8BCDF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Arquitectura del MVP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EF3B698-A300-40EA-BA58-9FD0F8B32C44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Servicios reales del proyecto y recorrido de los datos.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0B543F35-9E27-4507-B0DD-969059CC12E8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CD3E72-0AB2-432F-AA96-69ADB0A5CBFD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7DC5891-B103-4AD8-AF94-2B080393905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4E7647E-3DDF-4CE7-9C8B-DF3139445AAD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2E7C26D-E9AE-4F47-970D-4A723FFA40E2}"/>
              </a:ext>
            </a:extLst>
          </p:cNvPr>
          <p:cNvSpPr>
            <a:spLocks noGrp="1"/>
          </p:cNvSpPr>
          <p:nvPr/>
        </p:nvSpPr>
        <p:spPr>
          <a:xfrm>
            <a:off x="723900" y="2899192"/>
            <a:ext cx="1762125" cy="1314450"/>
          </a:xfrm>
          <a:prstGeom prst="roundRect">
            <a:avLst>
              <a:gd name="adj" fmla="val 579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5C2F0A-3887-4708-BA27-8AAB47DBD144}"/>
              </a:ext>
            </a:extLst>
          </p:cNvPr>
          <p:cNvSpPr>
            <a:spLocks noGrp="1"/>
          </p:cNvSpPr>
          <p:nvPr/>
        </p:nvSpPr>
        <p:spPr>
          <a:xfrm>
            <a:off x="723900" y="2899192"/>
            <a:ext cx="47625" cy="13144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BAE3C32-80E5-4BA1-89B4-E98CCCFA34FA}"/>
              </a:ext>
            </a:extLst>
          </p:cNvPr>
          <p:cNvSpPr>
            <a:spLocks noGrp="1"/>
          </p:cNvSpPr>
          <p:nvPr/>
        </p:nvSpPr>
        <p:spPr>
          <a:xfrm>
            <a:off x="914400" y="3042067"/>
            <a:ext cx="1419225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047981F-829D-4639-9A17-D18DD7B6379E}"/>
              </a:ext>
            </a:extLst>
          </p:cNvPr>
          <p:cNvSpPr>
            <a:spLocks noGrp="1"/>
          </p:cNvSpPr>
          <p:nvPr/>
        </p:nvSpPr>
        <p:spPr>
          <a:xfrm>
            <a:off x="914400" y="3299242"/>
            <a:ext cx="14192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1CDD76B-151C-4BB6-9054-9BBAC75B6B58}"/>
              </a:ext>
            </a:extLst>
          </p:cNvPr>
          <p:cNvSpPr>
            <a:spLocks noGrp="1"/>
          </p:cNvSpPr>
          <p:nvPr/>
        </p:nvSpPr>
        <p:spPr>
          <a:xfrm>
            <a:off x="914400" y="3613567"/>
            <a:ext cx="1419225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Ingresa datos y revisa el CV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9F27B21-9B04-4E89-9D5A-2B349D0EA866}"/>
              </a:ext>
            </a:extLst>
          </p:cNvPr>
          <p:cNvSpPr>
            <a:spLocks noGrp="1"/>
          </p:cNvSpPr>
          <p:nvPr/>
        </p:nvSpPr>
        <p:spPr>
          <a:xfrm>
            <a:off x="3086100" y="2699167"/>
            <a:ext cx="2171700" cy="1495425"/>
          </a:xfrm>
          <a:prstGeom prst="roundRect">
            <a:avLst>
              <a:gd name="adj" fmla="val 509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30517AD-EC7C-4381-BFAA-ADEE515D8A4D}"/>
              </a:ext>
            </a:extLst>
          </p:cNvPr>
          <p:cNvSpPr>
            <a:spLocks noGrp="1"/>
          </p:cNvSpPr>
          <p:nvPr/>
        </p:nvSpPr>
        <p:spPr>
          <a:xfrm>
            <a:off x="3086100" y="2699167"/>
            <a:ext cx="47625" cy="14954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B583B09-7DBE-4BC7-83F1-B6DEB4B7EE68}"/>
              </a:ext>
            </a:extLst>
          </p:cNvPr>
          <p:cNvSpPr>
            <a:spLocks noGrp="1"/>
          </p:cNvSpPr>
          <p:nvPr/>
        </p:nvSpPr>
        <p:spPr>
          <a:xfrm>
            <a:off x="3276600" y="2842042"/>
            <a:ext cx="18288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73AA2BA-529B-461C-82E2-67A07C486175}"/>
              </a:ext>
            </a:extLst>
          </p:cNvPr>
          <p:cNvSpPr>
            <a:spLocks noGrp="1"/>
          </p:cNvSpPr>
          <p:nvPr/>
        </p:nvSpPr>
        <p:spPr>
          <a:xfrm>
            <a:off x="3276600" y="3099217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Next.js / React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4599733-E840-42FE-BA6C-A39F4555BB61}"/>
              </a:ext>
            </a:extLst>
          </p:cNvPr>
          <p:cNvSpPr>
            <a:spLocks noGrp="1"/>
          </p:cNvSpPr>
          <p:nvPr/>
        </p:nvSpPr>
        <p:spPr>
          <a:xfrm>
            <a:off x="3276600" y="3413542"/>
            <a:ext cx="1828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Interfaz, sesión y vista previa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B1F6463-3E92-412C-923B-91A8E0484838}"/>
              </a:ext>
            </a:extLst>
          </p:cNvPr>
          <p:cNvSpPr>
            <a:spLocks noGrp="1"/>
          </p:cNvSpPr>
          <p:nvPr/>
        </p:nvSpPr>
        <p:spPr>
          <a:xfrm>
            <a:off x="6010275" y="2699167"/>
            <a:ext cx="2095500" cy="1495425"/>
          </a:xfrm>
          <a:prstGeom prst="roundRect">
            <a:avLst>
              <a:gd name="adj" fmla="val 5096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3789F79-3BDA-4F2C-AAB0-64F5684C3C91}"/>
              </a:ext>
            </a:extLst>
          </p:cNvPr>
          <p:cNvSpPr>
            <a:spLocks noGrp="1"/>
          </p:cNvSpPr>
          <p:nvPr/>
        </p:nvSpPr>
        <p:spPr>
          <a:xfrm>
            <a:off x="6010275" y="2699167"/>
            <a:ext cx="47625" cy="1495425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4E01C33-7DEE-4A67-9964-0B9D83BA8D83}"/>
              </a:ext>
            </a:extLst>
          </p:cNvPr>
          <p:cNvSpPr>
            <a:spLocks noGrp="1"/>
          </p:cNvSpPr>
          <p:nvPr/>
        </p:nvSpPr>
        <p:spPr>
          <a:xfrm>
            <a:off x="6200775" y="2842042"/>
            <a:ext cx="17526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0C6BE14-58C4-4C6C-A626-41D0E07570E4}"/>
              </a:ext>
            </a:extLst>
          </p:cNvPr>
          <p:cNvSpPr>
            <a:spLocks noGrp="1"/>
          </p:cNvSpPr>
          <p:nvPr/>
        </p:nvSpPr>
        <p:spPr>
          <a:xfrm>
            <a:off x="6200775" y="3099217"/>
            <a:ext cx="17526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032D5EF-2C99-4283-9ED3-8E94397E83C8}"/>
              </a:ext>
            </a:extLst>
          </p:cNvPr>
          <p:cNvSpPr>
            <a:spLocks noGrp="1"/>
          </p:cNvSpPr>
          <p:nvPr/>
        </p:nvSpPr>
        <p:spPr>
          <a:xfrm>
            <a:off x="6200775" y="3413542"/>
            <a:ext cx="17526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Autenticación, validación y orquestación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B01ADA9-C8ED-4BDC-8F40-EE42CBFF1B29}"/>
              </a:ext>
            </a:extLst>
          </p:cNvPr>
          <p:cNvSpPr>
            <a:spLocks noGrp="1"/>
          </p:cNvSpPr>
          <p:nvPr/>
        </p:nvSpPr>
        <p:spPr>
          <a:xfrm>
            <a:off x="8972550" y="2270542"/>
            <a:ext cx="2457450" cy="1162050"/>
          </a:xfrm>
          <a:prstGeom prst="roundRect">
            <a:avLst>
              <a:gd name="adj" fmla="val 655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47F4975-88E4-4C80-8148-874E35D7A801}"/>
              </a:ext>
            </a:extLst>
          </p:cNvPr>
          <p:cNvSpPr>
            <a:spLocks noGrp="1"/>
          </p:cNvSpPr>
          <p:nvPr/>
        </p:nvSpPr>
        <p:spPr>
          <a:xfrm>
            <a:off x="8972550" y="2270542"/>
            <a:ext cx="47625" cy="11620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DE2CCFF3-BA1B-469E-91B6-F82B9CFD18E0}"/>
              </a:ext>
            </a:extLst>
          </p:cNvPr>
          <p:cNvSpPr>
            <a:spLocks noGrp="1"/>
          </p:cNvSpPr>
          <p:nvPr/>
        </p:nvSpPr>
        <p:spPr>
          <a:xfrm>
            <a:off x="9163050" y="2413417"/>
            <a:ext cx="21145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IA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1AE6D754-5699-46EA-A1E3-D8116DE9E192}"/>
              </a:ext>
            </a:extLst>
          </p:cNvPr>
          <p:cNvSpPr>
            <a:spLocks noGrp="1"/>
          </p:cNvSpPr>
          <p:nvPr/>
        </p:nvSpPr>
        <p:spPr>
          <a:xfrm>
            <a:off x="9163050" y="2670592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Azure OpenAI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358724AC-1939-452B-B479-0F03F61B84A6}"/>
              </a:ext>
            </a:extLst>
          </p:cNvPr>
          <p:cNvSpPr>
            <a:spLocks noGrp="1"/>
          </p:cNvSpPr>
          <p:nvPr/>
        </p:nvSpPr>
        <p:spPr>
          <a:xfrm>
            <a:off x="9163050" y="2984917"/>
            <a:ext cx="21145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Generación estructurada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E5CF47D-BEE9-4492-AA29-4B48B508FA4C}"/>
              </a:ext>
            </a:extLst>
          </p:cNvPr>
          <p:cNvSpPr>
            <a:spLocks noGrp="1"/>
          </p:cNvSpPr>
          <p:nvPr/>
        </p:nvSpPr>
        <p:spPr>
          <a:xfrm>
            <a:off x="8972550" y="3634178"/>
            <a:ext cx="2457450" cy="1381125"/>
          </a:xfrm>
          <a:prstGeom prst="roundRect">
            <a:avLst>
              <a:gd name="adj" fmla="val 551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9711B02-14EA-43C3-9BC4-CA260950206A}"/>
              </a:ext>
            </a:extLst>
          </p:cNvPr>
          <p:cNvSpPr>
            <a:spLocks noGrp="1"/>
          </p:cNvSpPr>
          <p:nvPr/>
        </p:nvSpPr>
        <p:spPr>
          <a:xfrm>
            <a:off x="8972550" y="3634178"/>
            <a:ext cx="47625" cy="1381125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C409A2E9-CEF9-4056-8376-F0AD3205651B}"/>
              </a:ext>
            </a:extLst>
          </p:cNvPr>
          <p:cNvSpPr>
            <a:spLocks noGrp="1"/>
          </p:cNvSpPr>
          <p:nvPr/>
        </p:nvSpPr>
        <p:spPr>
          <a:xfrm>
            <a:off x="9163050" y="3777053"/>
            <a:ext cx="21145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A4554D0E-8E23-4AF4-9257-52D8E949EF3F}"/>
              </a:ext>
            </a:extLst>
          </p:cNvPr>
          <p:cNvSpPr>
            <a:spLocks noGrp="1"/>
          </p:cNvSpPr>
          <p:nvPr/>
        </p:nvSpPr>
        <p:spPr>
          <a:xfrm>
            <a:off x="9163050" y="4034228"/>
            <a:ext cx="21145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D9C1CF5E-5B90-4ECB-9ED7-DB8EFD5E1732}"/>
              </a:ext>
            </a:extLst>
          </p:cNvPr>
          <p:cNvSpPr>
            <a:spLocks noGrp="1"/>
          </p:cNvSpPr>
          <p:nvPr/>
        </p:nvSpPr>
        <p:spPr>
          <a:xfrm>
            <a:off x="9163050" y="4348553"/>
            <a:ext cx="211455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Auth, base de datos y Storage privado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B5DBCDF3-26FC-4D01-AFAF-8C61E3B4F6AA}"/>
              </a:ext>
            </a:extLst>
          </p:cNvPr>
          <p:cNvSpPr>
            <a:spLocks noGrp="1"/>
          </p:cNvSpPr>
          <p:nvPr/>
        </p:nvSpPr>
        <p:spPr>
          <a:xfrm>
            <a:off x="3086100" y="4861342"/>
            <a:ext cx="2171700" cy="1066800"/>
          </a:xfrm>
          <a:prstGeom prst="roundRect">
            <a:avLst>
              <a:gd name="adj" fmla="val 7143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D7BE82C0-7E99-4121-8CC7-A4CDB1E043C5}"/>
              </a:ext>
            </a:extLst>
          </p:cNvPr>
          <p:cNvSpPr>
            <a:spLocks noGrp="1"/>
          </p:cNvSpPr>
          <p:nvPr/>
        </p:nvSpPr>
        <p:spPr>
          <a:xfrm>
            <a:off x="3086100" y="4861342"/>
            <a:ext cx="47625" cy="1066800"/>
          </a:xfrm>
          <a:prstGeom prst="rect">
            <a:avLst/>
          </a:prstGeom>
          <a:solidFill>
            <a:srgbClr val="FFC857"/>
          </a:solidFill>
          <a:ln w="0">
            <a:solidFill>
              <a:srgbClr val="FFC857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A19F3028-74EC-4926-88F5-F70D2BA39D9F}"/>
              </a:ext>
            </a:extLst>
          </p:cNvPr>
          <p:cNvSpPr>
            <a:spLocks noGrp="1"/>
          </p:cNvSpPr>
          <p:nvPr/>
        </p:nvSpPr>
        <p:spPr>
          <a:xfrm>
            <a:off x="3276600" y="5004217"/>
            <a:ext cx="18288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09" lnSpcReduction="20000"/>
          </a:bodyPr>
          <a:lstStyle/>
          <a:p>
            <a:pPr algn="l">
              <a:defRPr sz="10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F9BBD0A1-7D4B-4E60-B205-7A52A5FC6C4A}"/>
              </a:ext>
            </a:extLst>
          </p:cNvPr>
          <p:cNvSpPr>
            <a:spLocks noGrp="1"/>
          </p:cNvSpPr>
          <p:nvPr/>
        </p:nvSpPr>
        <p:spPr>
          <a:xfrm>
            <a:off x="3276600" y="5261392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React PDF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038F0C6E-D885-4387-A3FA-37F6B70C51F5}"/>
              </a:ext>
            </a:extLst>
          </p:cNvPr>
          <p:cNvSpPr>
            <a:spLocks noGrp="1"/>
          </p:cNvSpPr>
          <p:nvPr/>
        </p:nvSpPr>
        <p:spPr>
          <a:xfrm>
            <a:off x="3276600" y="5575717"/>
            <a:ext cx="18288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244" lnSpcReduction="20000"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Renderizado en navegador</a:t>
            </a:r>
          </a:p>
        </p:txBody>
      </p:sp>
      <p:sp>
        <p:nvSpPr>
          <p:cNvPr id="38" name="Flecha: a la derecha 37">
            <a:extLst>
              <a:ext uri="{FF2B5EF4-FFF2-40B4-BE49-F238E27FC236}">
                <a16:creationId xmlns:a16="http://schemas.microsoft.com/office/drawing/2014/main" id="{647B111F-CEA6-492F-9AC0-9C1871BB82CD}"/>
              </a:ext>
            </a:extLst>
          </p:cNvPr>
          <p:cNvSpPr>
            <a:spLocks noGrp="1"/>
          </p:cNvSpPr>
          <p:nvPr/>
        </p:nvSpPr>
        <p:spPr>
          <a:xfrm>
            <a:off x="2566987" y="3423067"/>
            <a:ext cx="438150" cy="2095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9" name="Flecha: a la derecha 38">
            <a:extLst>
              <a:ext uri="{FF2B5EF4-FFF2-40B4-BE49-F238E27FC236}">
                <a16:creationId xmlns:a16="http://schemas.microsoft.com/office/drawing/2014/main" id="{85D90D27-37D5-43FA-B283-935F45073BE8}"/>
              </a:ext>
            </a:extLst>
          </p:cNvPr>
          <p:cNvSpPr>
            <a:spLocks noGrp="1"/>
          </p:cNvSpPr>
          <p:nvPr/>
        </p:nvSpPr>
        <p:spPr>
          <a:xfrm>
            <a:off x="5348287" y="3423067"/>
            <a:ext cx="571500" cy="2095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40" name="Flecha: a la derecha 39">
            <a:extLst>
              <a:ext uri="{FF2B5EF4-FFF2-40B4-BE49-F238E27FC236}">
                <a16:creationId xmlns:a16="http://schemas.microsoft.com/office/drawing/2014/main" id="{58EA2C4A-03BC-4438-8847-0C112C107B06}"/>
              </a:ext>
            </a:extLst>
          </p:cNvPr>
          <p:cNvSpPr>
            <a:spLocks noGrp="1"/>
          </p:cNvSpPr>
          <p:nvPr/>
        </p:nvSpPr>
        <p:spPr>
          <a:xfrm>
            <a:off x="8305800" y="2765842"/>
            <a:ext cx="561975" cy="2095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41" name="Flecha: a la derecha 40">
            <a:extLst>
              <a:ext uri="{FF2B5EF4-FFF2-40B4-BE49-F238E27FC236}">
                <a16:creationId xmlns:a16="http://schemas.microsoft.com/office/drawing/2014/main" id="{10F43E42-15CC-4B8F-90B9-0BB7601FC2E4}"/>
              </a:ext>
            </a:extLst>
          </p:cNvPr>
          <p:cNvSpPr>
            <a:spLocks noGrp="1"/>
          </p:cNvSpPr>
          <p:nvPr/>
        </p:nvSpPr>
        <p:spPr>
          <a:xfrm>
            <a:off x="8258175" y="3907281"/>
            <a:ext cx="561975" cy="2095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3CB193BD-966A-4ECB-8326-7A9C98B642B9}"/>
              </a:ext>
            </a:extLst>
          </p:cNvPr>
          <p:cNvSpPr>
            <a:spLocks noGrp="1"/>
          </p:cNvSpPr>
          <p:nvPr/>
        </p:nvSpPr>
        <p:spPr>
          <a:xfrm>
            <a:off x="8143875" y="2575342"/>
            <a:ext cx="7620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065" lnSpcReduction="20000"/>
          </a:bodyPr>
          <a:lstStyle/>
          <a:p>
            <a:pPr algn="ct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prompt / JSON</a:t>
            </a:r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8171C945-4FC5-404C-95B7-33059D59DA34}"/>
              </a:ext>
            </a:extLst>
          </p:cNvPr>
          <p:cNvSpPr>
            <a:spLocks noGrp="1"/>
          </p:cNvSpPr>
          <p:nvPr/>
        </p:nvSpPr>
        <p:spPr>
          <a:xfrm>
            <a:off x="8148638" y="3680711"/>
            <a:ext cx="7620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897"/>
          </a:bodyPr>
          <a:lstStyle/>
          <a:p>
            <a:pPr algn="ct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 validado</a:t>
            </a:r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6F1C8D30-5E97-4AE2-9C3C-BE7B9ACFDBC8}"/>
              </a:ext>
            </a:extLst>
          </p:cNvPr>
          <p:cNvSpPr>
            <a:spLocks noGrp="1"/>
          </p:cNvSpPr>
          <p:nvPr/>
        </p:nvSpPr>
        <p:spPr>
          <a:xfrm>
            <a:off x="4038600" y="4337467"/>
            <a:ext cx="228600" cy="419100"/>
          </a:xfrm>
          <a:prstGeom prst="downArrow">
            <a:avLst/>
          </a:prstGeom>
          <a:solidFill>
            <a:srgbClr val="FFC857"/>
          </a:solidFill>
          <a:ln w="0">
            <a:solidFill>
              <a:srgbClr val="FFC857"/>
            </a:solidFill>
          </a:ln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465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6381FD1C-06BD-4E29-85EE-81141EA068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6E38740-AB3B-422E-8202-4669E7480AA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IA en las etapas del SDLC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A4497F3-54F6-4BF6-A8AE-D1BF85BA17E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Diseño, codificación, pruebas y documentación. El despliegue suma valor y es opcional en la consigna.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C6EB6901-A8CB-4BDE-AA42-E1F18726CD2D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01BCE8-F335-472A-BC11-9914F5E2E3B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9BD24FB-3D3A-4823-A2BB-6457706D59F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39ED03A-E01C-4734-A2F7-83F94B68616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2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1C7520A-8A04-418C-B401-5B7D26ED79D5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847850" cy="25527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C9D25B-EA9C-4830-BAE0-A5A3CE7D3B07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847850" cy="571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2045C834-6B03-49E2-9B3A-F90A99343C5A}"/>
              </a:ext>
            </a:extLst>
          </p:cNvPr>
          <p:cNvSpPr>
            <a:spLocks noGrp="1"/>
          </p:cNvSpPr>
          <p:nvPr/>
        </p:nvSpPr>
        <p:spPr>
          <a:xfrm>
            <a:off x="828675" y="2486025"/>
            <a:ext cx="1581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E42D729-799B-4E7B-BF8E-4E77DFC6E91B}"/>
              </a:ext>
            </a:extLst>
          </p:cNvPr>
          <p:cNvSpPr>
            <a:spLocks noGrp="1"/>
          </p:cNvSpPr>
          <p:nvPr/>
        </p:nvSpPr>
        <p:spPr>
          <a:xfrm>
            <a:off x="828675" y="3019425"/>
            <a:ext cx="15811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Spec Kit + Copilot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E79F7B89-A76B-44FF-AD99-F3FE60D49E9D}"/>
              </a:ext>
            </a:extLst>
          </p:cNvPr>
          <p:cNvSpPr>
            <a:spLocks noGrp="1"/>
          </p:cNvSpPr>
          <p:nvPr/>
        </p:nvSpPr>
        <p:spPr>
          <a:xfrm>
            <a:off x="828675" y="3638550"/>
            <a:ext cx="15621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Historias, criterios y arquitectura.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E4A6C039-1E08-4DB2-9CF8-B2D10A5BB2AD}"/>
              </a:ext>
            </a:extLst>
          </p:cNvPr>
          <p:cNvSpPr>
            <a:spLocks noGrp="1"/>
          </p:cNvSpPr>
          <p:nvPr/>
        </p:nvSpPr>
        <p:spPr>
          <a:xfrm>
            <a:off x="2581275" y="3324225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21A8D76-2A5A-405E-8625-1937F38A2643}"/>
              </a:ext>
            </a:extLst>
          </p:cNvPr>
          <p:cNvSpPr>
            <a:spLocks noGrp="1"/>
          </p:cNvSpPr>
          <p:nvPr/>
        </p:nvSpPr>
        <p:spPr>
          <a:xfrm>
            <a:off x="2924175" y="2228850"/>
            <a:ext cx="1847850" cy="25527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561B267-8AE6-4E9E-9AA8-A8E3A0FFBB44}"/>
              </a:ext>
            </a:extLst>
          </p:cNvPr>
          <p:cNvSpPr>
            <a:spLocks noGrp="1"/>
          </p:cNvSpPr>
          <p:nvPr/>
        </p:nvSpPr>
        <p:spPr>
          <a:xfrm>
            <a:off x="2924175" y="2228850"/>
            <a:ext cx="1847850" cy="571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1D2306D-790C-4D00-852E-97C62D4C5D59}"/>
              </a:ext>
            </a:extLst>
          </p:cNvPr>
          <p:cNvSpPr>
            <a:spLocks noGrp="1"/>
          </p:cNvSpPr>
          <p:nvPr/>
        </p:nvSpPr>
        <p:spPr>
          <a:xfrm>
            <a:off x="3067050" y="2486025"/>
            <a:ext cx="1581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Codificación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D684A5B-3842-40E6-8F34-BF36E92A78B5}"/>
              </a:ext>
            </a:extLst>
          </p:cNvPr>
          <p:cNvSpPr>
            <a:spLocks noGrp="1"/>
          </p:cNvSpPr>
          <p:nvPr/>
        </p:nvSpPr>
        <p:spPr>
          <a:xfrm>
            <a:off x="3067050" y="3019425"/>
            <a:ext cx="15811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GitHub Copilot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65FDC62-3903-4550-8BCA-3AA452136B88}"/>
              </a:ext>
            </a:extLst>
          </p:cNvPr>
          <p:cNvSpPr>
            <a:spLocks noGrp="1"/>
          </p:cNvSpPr>
          <p:nvPr/>
        </p:nvSpPr>
        <p:spPr>
          <a:xfrm>
            <a:off x="3067050" y="3638550"/>
            <a:ext cx="15621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Sugerencias, revisión y refactorización.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F8CFE0BC-D5F4-4AF2-8AB8-7D0086D495F8}"/>
              </a:ext>
            </a:extLst>
          </p:cNvPr>
          <p:cNvSpPr>
            <a:spLocks noGrp="1"/>
          </p:cNvSpPr>
          <p:nvPr/>
        </p:nvSpPr>
        <p:spPr>
          <a:xfrm>
            <a:off x="4819650" y="3324225"/>
            <a:ext cx="238125" cy="1714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9514D4E-E711-41D6-9FFB-C4746CA5F181}"/>
              </a:ext>
            </a:extLst>
          </p:cNvPr>
          <p:cNvSpPr>
            <a:spLocks noGrp="1"/>
          </p:cNvSpPr>
          <p:nvPr/>
        </p:nvSpPr>
        <p:spPr>
          <a:xfrm>
            <a:off x="5162550" y="2228850"/>
            <a:ext cx="1847850" cy="25527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4E97D7F-B41D-49E7-B3B5-80F6FC36637A}"/>
              </a:ext>
            </a:extLst>
          </p:cNvPr>
          <p:cNvSpPr>
            <a:spLocks noGrp="1"/>
          </p:cNvSpPr>
          <p:nvPr/>
        </p:nvSpPr>
        <p:spPr>
          <a:xfrm>
            <a:off x="5162550" y="2228850"/>
            <a:ext cx="1847850" cy="571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A28D094-A87D-49B4-98A3-088BD85F8626}"/>
              </a:ext>
            </a:extLst>
          </p:cNvPr>
          <p:cNvSpPr>
            <a:spLocks noGrp="1"/>
          </p:cNvSpPr>
          <p:nvPr/>
        </p:nvSpPr>
        <p:spPr>
          <a:xfrm>
            <a:off x="5305425" y="2486025"/>
            <a:ext cx="1581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03C63A0-A265-4BAC-AF41-7C2953B9E1C8}"/>
              </a:ext>
            </a:extLst>
          </p:cNvPr>
          <p:cNvSpPr>
            <a:spLocks noGrp="1"/>
          </p:cNvSpPr>
          <p:nvPr/>
        </p:nvSpPr>
        <p:spPr>
          <a:xfrm>
            <a:off x="5305425" y="3019425"/>
            <a:ext cx="15811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326" lnSpcReduction="10000"/>
          </a:bodyPr>
          <a:lstStyle/>
          <a:p>
            <a:pPr algn="l">
              <a:defRPr sz="12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Copilot + Playwright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1CC66FC4-A3ED-48A7-8C83-271E667F9A4D}"/>
              </a:ext>
            </a:extLst>
          </p:cNvPr>
          <p:cNvSpPr>
            <a:spLocks noGrp="1"/>
          </p:cNvSpPr>
          <p:nvPr/>
        </p:nvSpPr>
        <p:spPr>
          <a:xfrm>
            <a:off x="5305425" y="3638550"/>
            <a:ext cx="15621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Escenarios y pruebas E2E.</a:t>
            </a:r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8549A9D0-911A-43A6-8C50-2C854A4B3874}"/>
              </a:ext>
            </a:extLst>
          </p:cNvPr>
          <p:cNvSpPr>
            <a:spLocks noGrp="1"/>
          </p:cNvSpPr>
          <p:nvPr/>
        </p:nvSpPr>
        <p:spPr>
          <a:xfrm>
            <a:off x="7058025" y="3324225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B4471E0-EBF7-4184-A8E8-38E5F86B6173}"/>
              </a:ext>
            </a:extLst>
          </p:cNvPr>
          <p:cNvSpPr>
            <a:spLocks noGrp="1"/>
          </p:cNvSpPr>
          <p:nvPr/>
        </p:nvSpPr>
        <p:spPr>
          <a:xfrm>
            <a:off x="7400925" y="2228850"/>
            <a:ext cx="1847850" cy="25527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B3AC30A-D209-48CC-9B0E-217E6F85C130}"/>
              </a:ext>
            </a:extLst>
          </p:cNvPr>
          <p:cNvSpPr>
            <a:spLocks noGrp="1"/>
          </p:cNvSpPr>
          <p:nvPr/>
        </p:nvSpPr>
        <p:spPr>
          <a:xfrm>
            <a:off x="7400925" y="2228850"/>
            <a:ext cx="1847850" cy="571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CE4264DB-2EE7-4D53-98DF-B16DD5687BC8}"/>
              </a:ext>
            </a:extLst>
          </p:cNvPr>
          <p:cNvSpPr>
            <a:spLocks noGrp="1"/>
          </p:cNvSpPr>
          <p:nvPr/>
        </p:nvSpPr>
        <p:spPr>
          <a:xfrm>
            <a:off x="7543800" y="2486025"/>
            <a:ext cx="1581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407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Documentación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A19F5535-CB2F-4687-8E7C-C89B6FB04544}"/>
              </a:ext>
            </a:extLst>
          </p:cNvPr>
          <p:cNvSpPr>
            <a:spLocks noGrp="1"/>
          </p:cNvSpPr>
          <p:nvPr/>
        </p:nvSpPr>
        <p:spPr>
          <a:xfrm>
            <a:off x="7543800" y="3019425"/>
            <a:ext cx="15811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Spec Kit + Copilot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4F816773-9A9D-4BE9-85F0-5F9D92854865}"/>
              </a:ext>
            </a:extLst>
          </p:cNvPr>
          <p:cNvSpPr>
            <a:spLocks noGrp="1"/>
          </p:cNvSpPr>
          <p:nvPr/>
        </p:nvSpPr>
        <p:spPr>
          <a:xfrm>
            <a:off x="7543800" y="3638550"/>
            <a:ext cx="15621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README, specs y guías.</a:t>
            </a: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718EF73B-1C7A-45AC-9A22-64363AB4954B}"/>
              </a:ext>
            </a:extLst>
          </p:cNvPr>
          <p:cNvSpPr>
            <a:spLocks noGrp="1"/>
          </p:cNvSpPr>
          <p:nvPr/>
        </p:nvSpPr>
        <p:spPr>
          <a:xfrm>
            <a:off x="9296400" y="3324225"/>
            <a:ext cx="238125" cy="1714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15C97B7C-5A26-42B8-AC74-57B896BD570A}"/>
              </a:ext>
            </a:extLst>
          </p:cNvPr>
          <p:cNvSpPr>
            <a:spLocks noGrp="1"/>
          </p:cNvSpPr>
          <p:nvPr/>
        </p:nvSpPr>
        <p:spPr>
          <a:xfrm>
            <a:off x="9639300" y="2228850"/>
            <a:ext cx="1847850" cy="2552700"/>
          </a:xfrm>
          <a:prstGeom prst="roundRect">
            <a:avLst>
              <a:gd name="adj" fmla="val 4124"/>
            </a:avLst>
          </a:prstGeom>
          <a:solidFill>
            <a:srgbClr val="0B263D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51F2E89-992B-4D52-B04A-D6C18933D679}"/>
              </a:ext>
            </a:extLst>
          </p:cNvPr>
          <p:cNvSpPr>
            <a:spLocks noGrp="1"/>
          </p:cNvSpPr>
          <p:nvPr/>
        </p:nvSpPr>
        <p:spPr>
          <a:xfrm>
            <a:off x="9639300" y="2228850"/>
            <a:ext cx="1847850" cy="57150"/>
          </a:xfrm>
          <a:prstGeom prst="rect">
            <a:avLst/>
          </a:prstGeom>
          <a:solidFill>
            <a:srgbClr val="FFC857"/>
          </a:solidFill>
          <a:ln w="0">
            <a:solidFill>
              <a:srgbClr val="FFC857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DD9678FD-E20E-4CBE-9847-D08198E98CBC}"/>
              </a:ext>
            </a:extLst>
          </p:cNvPr>
          <p:cNvSpPr>
            <a:spLocks noGrp="1"/>
          </p:cNvSpPr>
          <p:nvPr/>
        </p:nvSpPr>
        <p:spPr>
          <a:xfrm>
            <a:off x="9782175" y="2486025"/>
            <a:ext cx="1581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Despliegue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F6FA5125-B063-4E0E-9C41-E0605AEC09D0}"/>
              </a:ext>
            </a:extLst>
          </p:cNvPr>
          <p:cNvSpPr>
            <a:spLocks noGrp="1"/>
          </p:cNvSpPr>
          <p:nvPr/>
        </p:nvSpPr>
        <p:spPr>
          <a:xfrm>
            <a:off x="9782175" y="3019425"/>
            <a:ext cx="15811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Vercel / Render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F4373815-68BC-4E1E-BBC1-ACF5758906F0}"/>
              </a:ext>
            </a:extLst>
          </p:cNvPr>
          <p:cNvSpPr>
            <a:spLocks noGrp="1"/>
          </p:cNvSpPr>
          <p:nvPr/>
        </p:nvSpPr>
        <p:spPr>
          <a:xfrm>
            <a:off x="9782175" y="3638550"/>
            <a:ext cx="15621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Configuraciones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66555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4C35D54E-7C5F-4269-8B85-055321B2AC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DB3A27C-2924-4E0E-A2A9-003EA87A348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De la especificación a la implementación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01FBC83-6275-4315-9C76-6AFFE1AE9E17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Spec Kit estructura el trabajo; Copilot asiste en la implementación.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63453B6E-D17C-44B0-88C4-D9D1C0EEB277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0E808E-7AA0-4894-99AE-B6F4FC487F4E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0EE5E9B-1F20-4E43-9105-EDD0CDA25CA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D0128E9-CD68-4BAD-B57B-11745B6273D6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A77B40A-F4EA-447D-B44B-485311666C99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4B5DE38-4E83-4F5B-9F35-DC8311CFD72C}"/>
              </a:ext>
            </a:extLst>
          </p:cNvPr>
          <p:cNvSpPr>
            <a:spLocks noGrp="1"/>
          </p:cNvSpPr>
          <p:nvPr/>
        </p:nvSpPr>
        <p:spPr>
          <a:xfrm>
            <a:off x="828675" y="24765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7002476-9C42-4EE5-BD78-1040E198A1DD}"/>
              </a:ext>
            </a:extLst>
          </p:cNvPr>
          <p:cNvSpPr>
            <a:spLocks noGrp="1"/>
          </p:cNvSpPr>
          <p:nvPr/>
        </p:nvSpPr>
        <p:spPr>
          <a:xfrm>
            <a:off x="828675" y="30289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Specify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6AFA7B5-9181-4AC7-89EE-5BF6A71874DD}"/>
              </a:ext>
            </a:extLst>
          </p:cNvPr>
          <p:cNvSpPr>
            <a:spLocks noGrp="1"/>
          </p:cNvSpPr>
          <p:nvPr/>
        </p:nvSpPr>
        <p:spPr>
          <a:xfrm>
            <a:off x="828675" y="3514725"/>
            <a:ext cx="1562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Definir necesidad, historias y criterios.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85905D9F-0773-46AC-AEA9-D1B7B06239BA}"/>
              </a:ext>
            </a:extLst>
          </p:cNvPr>
          <p:cNvSpPr>
            <a:spLocks noGrp="1"/>
          </p:cNvSpPr>
          <p:nvPr/>
        </p:nvSpPr>
        <p:spPr>
          <a:xfrm>
            <a:off x="2581275" y="3286125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268B63B-1C98-4BFC-924F-46B29E799547}"/>
              </a:ext>
            </a:extLst>
          </p:cNvPr>
          <p:cNvSpPr>
            <a:spLocks noGrp="1"/>
          </p:cNvSpPr>
          <p:nvPr/>
        </p:nvSpPr>
        <p:spPr>
          <a:xfrm>
            <a:off x="2924175" y="2276475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5145D4E-8FAE-4656-BA37-D11C92F17100}"/>
              </a:ext>
            </a:extLst>
          </p:cNvPr>
          <p:cNvSpPr>
            <a:spLocks noGrp="1"/>
          </p:cNvSpPr>
          <p:nvPr/>
        </p:nvSpPr>
        <p:spPr>
          <a:xfrm>
            <a:off x="3067050" y="24765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BAB58C5-A1C3-4F2C-9C49-6091759B27B7}"/>
              </a:ext>
            </a:extLst>
          </p:cNvPr>
          <p:cNvSpPr>
            <a:spLocks noGrp="1"/>
          </p:cNvSpPr>
          <p:nvPr/>
        </p:nvSpPr>
        <p:spPr>
          <a:xfrm>
            <a:off x="3067050" y="30289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FC9C685-253E-4841-A39E-A01904B955B4}"/>
              </a:ext>
            </a:extLst>
          </p:cNvPr>
          <p:cNvSpPr>
            <a:spLocks noGrp="1"/>
          </p:cNvSpPr>
          <p:nvPr/>
        </p:nvSpPr>
        <p:spPr>
          <a:xfrm>
            <a:off x="3067050" y="3514725"/>
            <a:ext cx="1562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Acordar arquitectura y contratos.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DBCE7846-4A56-44DC-B6EE-DB0E5C618AFF}"/>
              </a:ext>
            </a:extLst>
          </p:cNvPr>
          <p:cNvSpPr>
            <a:spLocks noGrp="1"/>
          </p:cNvSpPr>
          <p:nvPr/>
        </p:nvSpPr>
        <p:spPr>
          <a:xfrm>
            <a:off x="4819650" y="3286125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A461399-D275-4DC5-AA35-E15ACFDA6E6B}"/>
              </a:ext>
            </a:extLst>
          </p:cNvPr>
          <p:cNvSpPr>
            <a:spLocks noGrp="1"/>
          </p:cNvSpPr>
          <p:nvPr/>
        </p:nvSpPr>
        <p:spPr>
          <a:xfrm>
            <a:off x="5162550" y="2276475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B8900B7-7708-4B3D-801F-A133A3C6C92D}"/>
              </a:ext>
            </a:extLst>
          </p:cNvPr>
          <p:cNvSpPr>
            <a:spLocks noGrp="1"/>
          </p:cNvSpPr>
          <p:nvPr/>
        </p:nvSpPr>
        <p:spPr>
          <a:xfrm>
            <a:off x="5305425" y="24765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F94193CF-504C-44AC-95F9-C344086890FB}"/>
              </a:ext>
            </a:extLst>
          </p:cNvPr>
          <p:cNvSpPr>
            <a:spLocks noGrp="1"/>
          </p:cNvSpPr>
          <p:nvPr/>
        </p:nvSpPr>
        <p:spPr>
          <a:xfrm>
            <a:off x="5305425" y="30289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5A0FC2F-8E15-482D-8129-8A5B38560D86}"/>
              </a:ext>
            </a:extLst>
          </p:cNvPr>
          <p:cNvSpPr>
            <a:spLocks noGrp="1"/>
          </p:cNvSpPr>
          <p:nvPr/>
        </p:nvSpPr>
        <p:spPr>
          <a:xfrm>
            <a:off x="5305425" y="3514725"/>
            <a:ext cx="1562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Descomponer el alcance en trabajo verificable.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3E5B3122-E246-46B8-A730-D484B1B3495C}"/>
              </a:ext>
            </a:extLst>
          </p:cNvPr>
          <p:cNvSpPr>
            <a:spLocks noGrp="1"/>
          </p:cNvSpPr>
          <p:nvPr/>
        </p:nvSpPr>
        <p:spPr>
          <a:xfrm>
            <a:off x="7058025" y="3286125"/>
            <a:ext cx="238125" cy="17145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2AA7D3D9-AB26-4B8C-8088-3FAC388DAB92}"/>
              </a:ext>
            </a:extLst>
          </p:cNvPr>
          <p:cNvSpPr>
            <a:spLocks noGrp="1"/>
          </p:cNvSpPr>
          <p:nvPr/>
        </p:nvSpPr>
        <p:spPr>
          <a:xfrm>
            <a:off x="7400925" y="2276475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3FAEEB24-5F86-458C-A145-F4E1ACDA2FA4}"/>
              </a:ext>
            </a:extLst>
          </p:cNvPr>
          <p:cNvSpPr>
            <a:spLocks noGrp="1"/>
          </p:cNvSpPr>
          <p:nvPr/>
        </p:nvSpPr>
        <p:spPr>
          <a:xfrm>
            <a:off x="7543800" y="24765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38C26049-9499-45D5-A302-2D32115362A9}"/>
              </a:ext>
            </a:extLst>
          </p:cNvPr>
          <p:cNvSpPr>
            <a:spLocks noGrp="1"/>
          </p:cNvSpPr>
          <p:nvPr/>
        </p:nvSpPr>
        <p:spPr>
          <a:xfrm>
            <a:off x="7543800" y="30289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576753E4-2748-4AE8-86D1-CC31A88DCDE7}"/>
              </a:ext>
            </a:extLst>
          </p:cNvPr>
          <p:cNvSpPr>
            <a:spLocks noGrp="1"/>
          </p:cNvSpPr>
          <p:nvPr/>
        </p:nvSpPr>
        <p:spPr>
          <a:xfrm>
            <a:off x="7543800" y="3514725"/>
            <a:ext cx="1562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Revisar consistencia entre artefactos.</a:t>
            </a: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2774B464-04C3-4365-B78E-BF06B39673A3}"/>
              </a:ext>
            </a:extLst>
          </p:cNvPr>
          <p:cNvSpPr>
            <a:spLocks noGrp="1"/>
          </p:cNvSpPr>
          <p:nvPr/>
        </p:nvSpPr>
        <p:spPr>
          <a:xfrm>
            <a:off x="9296400" y="3286125"/>
            <a:ext cx="238125" cy="17145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524B9E6-E78A-4963-8DA2-4D2D4D53DA3B}"/>
              </a:ext>
            </a:extLst>
          </p:cNvPr>
          <p:cNvSpPr>
            <a:spLocks noGrp="1"/>
          </p:cNvSpPr>
          <p:nvPr/>
        </p:nvSpPr>
        <p:spPr>
          <a:xfrm>
            <a:off x="9639300" y="2276475"/>
            <a:ext cx="1847850" cy="241935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9442B4F3-54AD-4FF9-B3F7-FD5588614DCD}"/>
              </a:ext>
            </a:extLst>
          </p:cNvPr>
          <p:cNvSpPr>
            <a:spLocks noGrp="1"/>
          </p:cNvSpPr>
          <p:nvPr/>
        </p:nvSpPr>
        <p:spPr>
          <a:xfrm>
            <a:off x="9782175" y="24765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976" lnSpcReduction="10000"/>
          </a:bodyPr>
          <a:lstStyle/>
          <a:p>
            <a:pPr algn="l">
              <a:defRPr sz="21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83227F6C-6821-409E-9F6F-CA8BCE80424A}"/>
              </a:ext>
            </a:extLst>
          </p:cNvPr>
          <p:cNvSpPr>
            <a:spLocks noGrp="1"/>
          </p:cNvSpPr>
          <p:nvPr/>
        </p:nvSpPr>
        <p:spPr>
          <a:xfrm>
            <a:off x="9782175" y="3028950"/>
            <a:ext cx="1562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0588970B-CDE4-4378-8FCC-46E9DDD7F8CF}"/>
              </a:ext>
            </a:extLst>
          </p:cNvPr>
          <p:cNvSpPr>
            <a:spLocks noGrp="1"/>
          </p:cNvSpPr>
          <p:nvPr/>
        </p:nvSpPr>
        <p:spPr>
          <a:xfrm>
            <a:off x="9782175" y="3514725"/>
            <a:ext cx="15621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Construir y ajustar el producto con Copilot.</a:t>
            </a:r>
          </a:p>
        </p:txBody>
      </p:sp>
    </p:spTree>
    <p:extLst>
      <p:ext uri="{BB962C8B-B14F-4D97-AF65-F5344CB8AC3E}">
        <p14:creationId xmlns:p14="http://schemas.microsoft.com/office/powerpoint/2010/main" val="1305668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1E270A40-2591-4030-9AB1-89458CF33D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CA73F58-FBB4-4B94-A847-82306BD65B2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MCPs utilizados en el desarrollo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F102342-26DD-4988-A5BE-9223D52267AB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Conectaron el asistente con herramientas externas para tareas concretas.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2FB8B74F-F286-496D-A65C-DFBAC1AE841E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1EA522-36D1-4A0C-AA6A-CED162797B2F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8C436C8-7DBF-4050-B45F-C0C7B9298D1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1C6FDF5-62DB-4211-8D82-08EF6DF838DC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29E189E-28CE-4D7A-BCAA-2D896318168A}"/>
              </a:ext>
            </a:extLst>
          </p:cNvPr>
          <p:cNvSpPr>
            <a:spLocks noGrp="1"/>
          </p:cNvSpPr>
          <p:nvPr/>
        </p:nvSpPr>
        <p:spPr>
          <a:xfrm>
            <a:off x="971550" y="2286000"/>
            <a:ext cx="4381500" cy="2343150"/>
          </a:xfrm>
          <a:prstGeom prst="roundRect">
            <a:avLst>
              <a:gd name="adj" fmla="val 3252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2AEE5-39FB-46C6-ADFB-84FA1DA242D0}"/>
              </a:ext>
            </a:extLst>
          </p:cNvPr>
          <p:cNvSpPr>
            <a:spLocks noGrp="1"/>
          </p:cNvSpPr>
          <p:nvPr/>
        </p:nvSpPr>
        <p:spPr>
          <a:xfrm>
            <a:off x="971550" y="2286000"/>
            <a:ext cx="47625" cy="23431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3B929F3-E7B3-471B-BC90-14E03F5C1C04}"/>
              </a:ext>
            </a:extLst>
          </p:cNvPr>
          <p:cNvSpPr>
            <a:spLocks noGrp="1"/>
          </p:cNvSpPr>
          <p:nvPr/>
        </p:nvSpPr>
        <p:spPr>
          <a:xfrm>
            <a:off x="1162050" y="2428875"/>
            <a:ext cx="40386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l">
              <a:defRPr sz="10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PLANIFICACIÓN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CDBB01C-D57E-4FC9-8C4B-1635FDF47725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40386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Azure DevOps MCP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97E249-1B1D-4657-891E-F3C0AFD8F7B8}"/>
              </a:ext>
            </a:extLst>
          </p:cNvPr>
          <p:cNvSpPr>
            <a:spLocks noGrp="1"/>
          </p:cNvSpPr>
          <p:nvPr/>
        </p:nvSpPr>
        <p:spPr>
          <a:xfrm>
            <a:off x="1162050" y="3000375"/>
            <a:ext cx="4038600" cy="1609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Consulta y gestión del backlog: Features, User Stories y Tasks.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7A1882F-6E99-49E0-9A24-E74871B3F68D}"/>
              </a:ext>
            </a:extLst>
          </p:cNvPr>
          <p:cNvSpPr>
            <a:spLocks noGrp="1"/>
          </p:cNvSpPr>
          <p:nvPr/>
        </p:nvSpPr>
        <p:spPr>
          <a:xfrm>
            <a:off x="6838950" y="2286000"/>
            <a:ext cx="4381500" cy="2343150"/>
          </a:xfrm>
          <a:prstGeom prst="roundRect">
            <a:avLst>
              <a:gd name="adj" fmla="val 3252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A6479DB-CF5B-4032-A569-7C64BE845EAA}"/>
              </a:ext>
            </a:extLst>
          </p:cNvPr>
          <p:cNvSpPr>
            <a:spLocks noGrp="1"/>
          </p:cNvSpPr>
          <p:nvPr/>
        </p:nvSpPr>
        <p:spPr>
          <a:xfrm>
            <a:off x="6838950" y="2286000"/>
            <a:ext cx="47625" cy="23431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A0B6637-9075-4FEE-9E2E-72832B8DCF23}"/>
              </a:ext>
            </a:extLst>
          </p:cNvPr>
          <p:cNvSpPr>
            <a:spLocks noGrp="1"/>
          </p:cNvSpPr>
          <p:nvPr/>
        </p:nvSpPr>
        <p:spPr>
          <a:xfrm>
            <a:off x="7029450" y="2428875"/>
            <a:ext cx="40386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l">
              <a:defRPr sz="10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74E01CC-E0BC-4B6E-88C0-8550C94E4515}"/>
              </a:ext>
            </a:extLst>
          </p:cNvPr>
          <p:cNvSpPr>
            <a:spLocks noGrp="1"/>
          </p:cNvSpPr>
          <p:nvPr/>
        </p:nvSpPr>
        <p:spPr>
          <a:xfrm>
            <a:off x="7029450" y="2686050"/>
            <a:ext cx="40386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Playwright MCP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8265E93-B005-49A6-BA74-E950A67228E6}"/>
              </a:ext>
            </a:extLst>
          </p:cNvPr>
          <p:cNvSpPr>
            <a:spLocks noGrp="1"/>
          </p:cNvSpPr>
          <p:nvPr/>
        </p:nvSpPr>
        <p:spPr>
          <a:xfrm>
            <a:off x="7029450" y="3000375"/>
            <a:ext cx="4038600" cy="1609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Exploración real de la interfaz y snapshots accesibles antes de escribir pruebas.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11216F0-00B0-45BE-A639-71737DCCB31F}"/>
              </a:ext>
            </a:extLst>
          </p:cNvPr>
          <p:cNvSpPr>
            <a:spLocks noGrp="1"/>
          </p:cNvSpPr>
          <p:nvPr/>
        </p:nvSpPr>
        <p:spPr>
          <a:xfrm>
            <a:off x="1028700" y="5200650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Las herramientas ampliaron la asistencia más allá de la generación de código.</a:t>
            </a:r>
          </a:p>
        </p:txBody>
      </p:sp>
    </p:spTree>
    <p:extLst>
      <p:ext uri="{BB962C8B-B14F-4D97-AF65-F5344CB8AC3E}">
        <p14:creationId xmlns:p14="http://schemas.microsoft.com/office/powerpoint/2010/main" val="1688108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ED69C95-DD6D-4981-BBFA-9423ADBB5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1354AD8-EBDE-4F8C-8316-473600C187C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Azure DevOps y la skill ado-work-items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7F9FB91-FA81-4A24-AE44-EEB57BBA0FEE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El MCP y una skill especializada ayudaron a cargar work items trazables.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A163DB2E-4347-436D-A8DC-7A553FCB8825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504E08-5DE5-4214-8173-71A58133891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61D171B-4CB5-4188-8381-28CD148AACC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B12C2C0-74AE-4B22-BD8D-F7D3BAA167A4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CFDBB88-996B-4166-993C-07E3A87D9E04}"/>
              </a:ext>
            </a:extLst>
          </p:cNvPr>
          <p:cNvSpPr>
            <a:spLocks noGrp="1"/>
          </p:cNvSpPr>
          <p:nvPr/>
        </p:nvSpPr>
        <p:spPr>
          <a:xfrm>
            <a:off x="828675" y="22479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 algn="ctr">
              <a:defRPr sz="18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Spec Kit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5A2635C-A2AD-4C4E-B630-5048FAAA51B6}"/>
              </a:ext>
            </a:extLst>
          </p:cNvPr>
          <p:cNvSpPr>
            <a:spLocks noGrp="1"/>
          </p:cNvSpPr>
          <p:nvPr/>
        </p:nvSpPr>
        <p:spPr>
          <a:xfrm>
            <a:off x="828675" y="2714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especificaciones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059D1A24-7BF1-463B-AEE7-28BE3224DD5B}"/>
              </a:ext>
            </a:extLst>
          </p:cNvPr>
          <p:cNvSpPr>
            <a:spLocks noGrp="1"/>
          </p:cNvSpPr>
          <p:nvPr/>
        </p:nvSpPr>
        <p:spPr>
          <a:xfrm>
            <a:off x="3190875" y="2400300"/>
            <a:ext cx="27622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5E230A1-13D4-4E1E-A0C3-1B2CBE40A41A}"/>
              </a:ext>
            </a:extLst>
          </p:cNvPr>
          <p:cNvSpPr>
            <a:spLocks noGrp="1"/>
          </p:cNvSpPr>
          <p:nvPr/>
        </p:nvSpPr>
        <p:spPr>
          <a:xfrm>
            <a:off x="3581400" y="22479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 algn="ctr">
              <a:defRPr sz="18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DFC95BF0-F36F-4137-AB7F-C068AF75FF96}"/>
              </a:ext>
            </a:extLst>
          </p:cNvPr>
          <p:cNvSpPr>
            <a:spLocks noGrp="1"/>
          </p:cNvSpPr>
          <p:nvPr/>
        </p:nvSpPr>
        <p:spPr>
          <a:xfrm>
            <a:off x="3581400" y="2714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funcionalidades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EDD751C-7023-4777-85A1-61353E34B1EC}"/>
              </a:ext>
            </a:extLst>
          </p:cNvPr>
          <p:cNvSpPr>
            <a:spLocks noGrp="1"/>
          </p:cNvSpPr>
          <p:nvPr/>
        </p:nvSpPr>
        <p:spPr>
          <a:xfrm>
            <a:off x="5943600" y="2400300"/>
            <a:ext cx="276225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F378891-FA7F-4BB8-B8E4-179D59AE14F3}"/>
              </a:ext>
            </a:extLst>
          </p:cNvPr>
          <p:cNvSpPr>
            <a:spLocks noGrp="1"/>
          </p:cNvSpPr>
          <p:nvPr/>
        </p:nvSpPr>
        <p:spPr>
          <a:xfrm>
            <a:off x="6334125" y="22479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 algn="ctr">
              <a:defRPr sz="18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BFC6B74-25A3-4BB8-8E55-75619823C772}"/>
              </a:ext>
            </a:extLst>
          </p:cNvPr>
          <p:cNvSpPr>
            <a:spLocks noGrp="1"/>
          </p:cNvSpPr>
          <p:nvPr/>
        </p:nvSpPr>
        <p:spPr>
          <a:xfrm>
            <a:off x="6334125" y="2714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valor para el usuario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FB799EF1-8238-4DA1-BE36-E0A64C8B8171}"/>
              </a:ext>
            </a:extLst>
          </p:cNvPr>
          <p:cNvSpPr>
            <a:spLocks noGrp="1"/>
          </p:cNvSpPr>
          <p:nvPr/>
        </p:nvSpPr>
        <p:spPr>
          <a:xfrm>
            <a:off x="8696325" y="2400300"/>
            <a:ext cx="27622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92F8BC4-A445-405F-B628-6804F622ED4A}"/>
              </a:ext>
            </a:extLst>
          </p:cNvPr>
          <p:cNvSpPr>
            <a:spLocks noGrp="1"/>
          </p:cNvSpPr>
          <p:nvPr/>
        </p:nvSpPr>
        <p:spPr>
          <a:xfrm>
            <a:off x="9086850" y="224790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611" lnSpcReduction="10000"/>
          </a:bodyPr>
          <a:lstStyle/>
          <a:p>
            <a:pPr algn="ctr">
              <a:defRPr sz="18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A0E9E1FB-B6F7-46F5-AA8C-A0FCFFBE0031}"/>
              </a:ext>
            </a:extLst>
          </p:cNvPr>
          <p:cNvSpPr>
            <a:spLocks noGrp="1"/>
          </p:cNvSpPr>
          <p:nvPr/>
        </p:nvSpPr>
        <p:spPr>
          <a:xfrm>
            <a:off x="9086850" y="2714625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trabajo técnico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E8661A7-F5CC-40FB-A509-D8EBA56B7AA5}"/>
              </a:ext>
            </a:extLst>
          </p:cNvPr>
          <p:cNvSpPr>
            <a:spLocks noGrp="1"/>
          </p:cNvSpPr>
          <p:nvPr/>
        </p:nvSpPr>
        <p:spPr>
          <a:xfrm>
            <a:off x="847725" y="3467100"/>
            <a:ext cx="38100" cy="19526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72485037-6ED0-493D-BFB4-3E3782045DE0}"/>
              </a:ext>
            </a:extLst>
          </p:cNvPr>
          <p:cNvSpPr>
            <a:spLocks noGrp="1"/>
          </p:cNvSpPr>
          <p:nvPr/>
        </p:nvSpPr>
        <p:spPr>
          <a:xfrm>
            <a:off x="1104900" y="3581400"/>
            <a:ext cx="19526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60"/>
          </a:bodyPr>
          <a:lstStyle/>
          <a:p>
            <a:pPr algn="l">
              <a:defRPr sz="14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Skill usada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D434F11-E2C3-445F-BA2F-0B92778D2E26}"/>
              </a:ext>
            </a:extLst>
          </p:cNvPr>
          <p:cNvSpPr>
            <a:spLocks noGrp="1"/>
          </p:cNvSpPr>
          <p:nvPr/>
        </p:nvSpPr>
        <p:spPr>
          <a:xfrm>
            <a:off x="1104900" y="39909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654" lnSpcReduction="10000"/>
          </a:bodyPr>
          <a:lstStyle/>
          <a:p>
            <a:pPr algn="l"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ado-work-items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991B8DCD-CE25-46C1-8618-FE25871702AB}"/>
              </a:ext>
            </a:extLst>
          </p:cNvPr>
          <p:cNvSpPr>
            <a:spLocks noGrp="1"/>
          </p:cNvSpPr>
          <p:nvPr/>
        </p:nvSpPr>
        <p:spPr>
          <a:xfrm>
            <a:off x="4772025" y="3638550"/>
            <a:ext cx="6048375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Consulta el backlog, evita duplicados, carga work items con aprobación explícita y reporta ID, tipo y relación padre.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B2D8542-1607-4103-B2CB-5B8FB1CC98F8}"/>
              </a:ext>
            </a:extLst>
          </p:cNvPr>
          <p:cNvSpPr>
            <a:spLocks noGrp="1"/>
          </p:cNvSpPr>
          <p:nvPr/>
        </p:nvSpPr>
        <p:spPr>
          <a:xfrm>
            <a:off x="1104900" y="5572125"/>
            <a:ext cx="9906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Resultado: trazabilidad entre especificación, funcionalidad e implementación.</a:t>
            </a:r>
          </a:p>
        </p:txBody>
      </p:sp>
    </p:spTree>
    <p:extLst>
      <p:ext uri="{BB962C8B-B14F-4D97-AF65-F5344CB8AC3E}">
        <p14:creationId xmlns:p14="http://schemas.microsoft.com/office/powerpoint/2010/main" val="2274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BE408329-AFC1-494A-A97E-C8681136D0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EA7A341-827B-43C4-875C-930A240B15F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Playwright MCP: de la exploración a la prueba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6D84C71-7D6E-4422-AA14-B49718AF3D0D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Los locators salen del estado real de la aplicación.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67961DFB-811A-4848-8A1B-93F40F9BB904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C87F0F-C8EA-45FF-9724-5A7937E858D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20A4D35-8EF8-4485-9031-6CC72AF9DB8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708D63E-5F2A-4F17-A48F-A239DFF7B87C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7BCCEFF-EF20-4CE3-83D6-8A436BEB64F9}"/>
              </a:ext>
            </a:extLst>
          </p:cNvPr>
          <p:cNvSpPr>
            <a:spLocks noGrp="1"/>
          </p:cNvSpPr>
          <p:nvPr/>
        </p:nvSpPr>
        <p:spPr>
          <a:xfrm>
            <a:off x="790575" y="2343150"/>
            <a:ext cx="2076450" cy="2076450"/>
          </a:xfrm>
          <a:prstGeom prst="roundRect">
            <a:avLst>
              <a:gd name="adj" fmla="val 3670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3CEFD91-BE78-4ADD-8337-5237A5636CA3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4572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79" lnSpcReduction="10000"/>
          </a:bodyPr>
          <a:lstStyle/>
          <a:p>
            <a:pPr algn="l">
              <a:defRPr sz="24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0BCBCA4-5D7F-46E1-86AD-A7ED25A9D99C}"/>
              </a:ext>
            </a:extLst>
          </p:cNvPr>
          <p:cNvSpPr>
            <a:spLocks noGrp="1"/>
          </p:cNvSpPr>
          <p:nvPr/>
        </p:nvSpPr>
        <p:spPr>
          <a:xfrm>
            <a:off x="952500" y="3057525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Explorar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6FEA41D-DC09-4E22-858C-E4DC0BD55E3F}"/>
              </a:ext>
            </a:extLst>
          </p:cNvPr>
          <p:cNvSpPr>
            <a:spLocks noGrp="1"/>
          </p:cNvSpPr>
          <p:nvPr/>
        </p:nvSpPr>
        <p:spPr>
          <a:xfrm>
            <a:off x="952500" y="3543300"/>
            <a:ext cx="17526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Navegar y tomar un snapshot accesible.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B7D0FA8C-B0FA-44E9-87DC-8EC35AEA281A}"/>
              </a:ext>
            </a:extLst>
          </p:cNvPr>
          <p:cNvSpPr>
            <a:spLocks noGrp="1"/>
          </p:cNvSpPr>
          <p:nvPr/>
        </p:nvSpPr>
        <p:spPr>
          <a:xfrm>
            <a:off x="2905125" y="3267075"/>
            <a:ext cx="285750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2FCDCD7-1543-4105-8AF1-7ADE4835A26F}"/>
              </a:ext>
            </a:extLst>
          </p:cNvPr>
          <p:cNvSpPr>
            <a:spLocks noGrp="1"/>
          </p:cNvSpPr>
          <p:nvPr/>
        </p:nvSpPr>
        <p:spPr>
          <a:xfrm>
            <a:off x="3543300" y="2343150"/>
            <a:ext cx="2076450" cy="2076450"/>
          </a:xfrm>
          <a:prstGeom prst="roundRect">
            <a:avLst>
              <a:gd name="adj" fmla="val 3670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A762373-ACD5-428E-938F-2A8FDF697A3E}"/>
              </a:ext>
            </a:extLst>
          </p:cNvPr>
          <p:cNvSpPr>
            <a:spLocks noGrp="1"/>
          </p:cNvSpPr>
          <p:nvPr/>
        </p:nvSpPr>
        <p:spPr>
          <a:xfrm>
            <a:off x="3705225" y="2524125"/>
            <a:ext cx="4572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79" lnSpcReduction="10000"/>
          </a:bodyPr>
          <a:lstStyle/>
          <a:p>
            <a:pPr algn="l">
              <a:defRPr sz="24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88DC270-95D4-423C-8121-EFA796934CDE}"/>
              </a:ext>
            </a:extLst>
          </p:cNvPr>
          <p:cNvSpPr>
            <a:spLocks noGrp="1"/>
          </p:cNvSpPr>
          <p:nvPr/>
        </p:nvSpPr>
        <p:spPr>
          <a:xfrm>
            <a:off x="3705225" y="3057525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Escribir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C5B91882-A311-4EB3-A43E-308D662CA38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7526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25"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Crear pruebas alineadas con criterios.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C508E1F6-C0C4-4B8F-BD4B-5F1112B72CEC}"/>
              </a:ext>
            </a:extLst>
          </p:cNvPr>
          <p:cNvSpPr>
            <a:spLocks noGrp="1"/>
          </p:cNvSpPr>
          <p:nvPr/>
        </p:nvSpPr>
        <p:spPr>
          <a:xfrm>
            <a:off x="5657850" y="3267075"/>
            <a:ext cx="285750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98B68CA-4883-4CD4-865D-E3C1447F20E1}"/>
              </a:ext>
            </a:extLst>
          </p:cNvPr>
          <p:cNvSpPr>
            <a:spLocks noGrp="1"/>
          </p:cNvSpPr>
          <p:nvPr/>
        </p:nvSpPr>
        <p:spPr>
          <a:xfrm>
            <a:off x="6296025" y="2343150"/>
            <a:ext cx="2076450" cy="2076450"/>
          </a:xfrm>
          <a:prstGeom prst="roundRect">
            <a:avLst>
              <a:gd name="adj" fmla="val 3670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1DD25F7-4520-43BF-8ACF-C97DF9940693}"/>
              </a:ext>
            </a:extLst>
          </p:cNvPr>
          <p:cNvSpPr>
            <a:spLocks noGrp="1"/>
          </p:cNvSpPr>
          <p:nvPr/>
        </p:nvSpPr>
        <p:spPr>
          <a:xfrm>
            <a:off x="6457950" y="2524125"/>
            <a:ext cx="4572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79" lnSpcReduction="10000"/>
          </a:bodyPr>
          <a:lstStyle/>
          <a:p>
            <a:pPr algn="l">
              <a:defRPr sz="24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D2F405BC-65D4-4F2E-85D7-5CC24CBF9DAF}"/>
              </a:ext>
            </a:extLst>
          </p:cNvPr>
          <p:cNvSpPr>
            <a:spLocks noGrp="1"/>
          </p:cNvSpPr>
          <p:nvPr/>
        </p:nvSpPr>
        <p:spPr>
          <a:xfrm>
            <a:off x="6457950" y="3057525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Ejecutar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9D2148A3-CC09-4843-83EB-D99880782450}"/>
              </a:ext>
            </a:extLst>
          </p:cNvPr>
          <p:cNvSpPr>
            <a:spLocks noGrp="1"/>
          </p:cNvSpPr>
          <p:nvPr/>
        </p:nvSpPr>
        <p:spPr>
          <a:xfrm>
            <a:off x="6457950" y="3543300"/>
            <a:ext cx="17526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Validar los flujos de usuario.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A144510F-345A-477A-9349-4B56577346A2}"/>
              </a:ext>
            </a:extLst>
          </p:cNvPr>
          <p:cNvSpPr>
            <a:spLocks noGrp="1"/>
          </p:cNvSpPr>
          <p:nvPr/>
        </p:nvSpPr>
        <p:spPr>
          <a:xfrm>
            <a:off x="8410575" y="3267075"/>
            <a:ext cx="285750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5854EA2-F5B2-42DE-8561-6D51782D936D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2076450" cy="2076450"/>
          </a:xfrm>
          <a:prstGeom prst="roundRect">
            <a:avLst>
              <a:gd name="adj" fmla="val 3670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773E5602-E6A1-4C7D-8D69-8BB1C6136364}"/>
              </a:ext>
            </a:extLst>
          </p:cNvPr>
          <p:cNvSpPr>
            <a:spLocks noGrp="1"/>
          </p:cNvSpPr>
          <p:nvPr/>
        </p:nvSpPr>
        <p:spPr>
          <a:xfrm>
            <a:off x="9210675" y="2524125"/>
            <a:ext cx="4572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979" lnSpcReduction="10000"/>
          </a:bodyPr>
          <a:lstStyle/>
          <a:p>
            <a:pPr algn="l">
              <a:defRPr sz="24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FE83628-E405-4712-A6A4-76E3D0B938F2}"/>
              </a:ext>
            </a:extLst>
          </p:cNvPr>
          <p:cNvSpPr>
            <a:spLocks noGrp="1"/>
          </p:cNvSpPr>
          <p:nvPr/>
        </p:nvSpPr>
        <p:spPr>
          <a:xfrm>
            <a:off x="9210675" y="3057525"/>
            <a:ext cx="17335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83D60F28-D1AA-45AA-BA31-AE676DDEFD67}"/>
              </a:ext>
            </a:extLst>
          </p:cNvPr>
          <p:cNvSpPr>
            <a:spLocks noGrp="1"/>
          </p:cNvSpPr>
          <p:nvPr/>
        </p:nvSpPr>
        <p:spPr>
          <a:xfrm>
            <a:off x="9210675" y="3543300"/>
            <a:ext cx="17526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Volver a explorar si cambia la interfaz.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7E684CF6-E4BC-4F01-BF32-C71B3161FC10}"/>
              </a:ext>
            </a:extLst>
          </p:cNvPr>
          <p:cNvSpPr>
            <a:spLocks noGrp="1"/>
          </p:cNvSpPr>
          <p:nvPr/>
        </p:nvSpPr>
        <p:spPr>
          <a:xfrm>
            <a:off x="847725" y="5010150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Flujos: acceso, generación del CV, perfil, historial, plantillas y descarga PDF.</a:t>
            </a:r>
          </a:p>
        </p:txBody>
      </p:sp>
    </p:spTree>
    <p:extLst>
      <p:ext uri="{BB962C8B-B14F-4D97-AF65-F5344CB8AC3E}">
        <p14:creationId xmlns:p14="http://schemas.microsoft.com/office/powerpoint/2010/main" val="155335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6FDE6368-3329-4E1D-9507-FEFC6F94DA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176006B-6C9D-4D7B-AB53-405C7E6643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Validación y protección de datos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12CA5FD-962B-42AA-9A93-33EDE8D1FE2F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La confianza depende de controles en la API, la base de datos y el almacenamiento.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30C199AA-B04B-4F6A-ACC3-926E38A228B0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58EA981-569E-4FE7-B40F-EF42C2591B00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2C355CC-EF56-4CFC-B33E-5EA4B6F60F7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4B8365-BB1B-44B4-8AE3-7E02DA0B997C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4242629-6638-4C4F-B41A-F1EB0D24178D}"/>
              </a:ext>
            </a:extLst>
          </p:cNvPr>
          <p:cNvSpPr>
            <a:spLocks noGrp="1"/>
          </p:cNvSpPr>
          <p:nvPr/>
        </p:nvSpPr>
        <p:spPr>
          <a:xfrm>
            <a:off x="733425" y="2171700"/>
            <a:ext cx="3276600" cy="2686050"/>
          </a:xfrm>
          <a:prstGeom prst="roundRect">
            <a:avLst>
              <a:gd name="adj" fmla="val 283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15BBA1-16BC-44B6-8994-B0BC47FE7812}"/>
              </a:ext>
            </a:extLst>
          </p:cNvPr>
          <p:cNvSpPr>
            <a:spLocks noGrp="1"/>
          </p:cNvSpPr>
          <p:nvPr/>
        </p:nvSpPr>
        <p:spPr>
          <a:xfrm>
            <a:off x="733425" y="2171700"/>
            <a:ext cx="47625" cy="2686050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8F6AB9D-B537-4D82-A607-EEEC44A90E26}"/>
              </a:ext>
            </a:extLst>
          </p:cNvPr>
          <p:cNvSpPr>
            <a:spLocks noGrp="1"/>
          </p:cNvSpPr>
          <p:nvPr/>
        </p:nvSpPr>
        <p:spPr>
          <a:xfrm>
            <a:off x="923925" y="2314575"/>
            <a:ext cx="2933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l">
              <a:defRPr sz="10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B0C0CA7-99B4-4933-B46A-154764D7F2F1}"/>
              </a:ext>
            </a:extLst>
          </p:cNvPr>
          <p:cNvSpPr>
            <a:spLocks noGrp="1"/>
          </p:cNvSpPr>
          <p:nvPr/>
        </p:nvSpPr>
        <p:spPr>
          <a:xfrm>
            <a:off x="923925" y="2571750"/>
            <a:ext cx="29337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6DC800D-64BA-487B-AF80-214EFBCB208A}"/>
              </a:ext>
            </a:extLst>
          </p:cNvPr>
          <p:cNvSpPr>
            <a:spLocks noGrp="1"/>
          </p:cNvSpPr>
          <p:nvPr/>
        </p:nvSpPr>
        <p:spPr>
          <a:xfrm>
            <a:off x="923925" y="2886075"/>
            <a:ext cx="29337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Valida la forma del CV y las respuestas de IA antes de persistirlas o devolverlas.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F4A4940-13AF-4A01-8D3C-41F6C203D143}"/>
              </a:ext>
            </a:extLst>
          </p:cNvPr>
          <p:cNvSpPr>
            <a:spLocks noGrp="1"/>
          </p:cNvSpPr>
          <p:nvPr/>
        </p:nvSpPr>
        <p:spPr>
          <a:xfrm>
            <a:off x="4457700" y="2171700"/>
            <a:ext cx="3276600" cy="2686050"/>
          </a:xfrm>
          <a:prstGeom prst="roundRect">
            <a:avLst>
              <a:gd name="adj" fmla="val 283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869131C-6F89-4ED9-953C-13E3871BC688}"/>
              </a:ext>
            </a:extLst>
          </p:cNvPr>
          <p:cNvSpPr>
            <a:spLocks noGrp="1"/>
          </p:cNvSpPr>
          <p:nvPr/>
        </p:nvSpPr>
        <p:spPr>
          <a:xfrm>
            <a:off x="4457700" y="2171700"/>
            <a:ext cx="47625" cy="2686050"/>
          </a:xfrm>
          <a:prstGeom prst="rect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F1151C5-5843-4321-B49D-44D0B85CB24E}"/>
              </a:ext>
            </a:extLst>
          </p:cNvPr>
          <p:cNvSpPr>
            <a:spLocks noGrp="1"/>
          </p:cNvSpPr>
          <p:nvPr/>
        </p:nvSpPr>
        <p:spPr>
          <a:xfrm>
            <a:off x="4648200" y="2314575"/>
            <a:ext cx="2933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l">
              <a:defRPr sz="10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72B26E3-0FA9-4A12-B374-A32304E0CAD2}"/>
              </a:ext>
            </a:extLst>
          </p:cNvPr>
          <p:cNvSpPr>
            <a:spLocks noGrp="1"/>
          </p:cNvSpPr>
          <p:nvPr/>
        </p:nvSpPr>
        <p:spPr>
          <a:xfrm>
            <a:off x="4648200" y="2571750"/>
            <a:ext cx="29337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Bearer token + RLS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675056B-71EB-467E-82B3-592D3FC9D344}"/>
              </a:ext>
            </a:extLst>
          </p:cNvPr>
          <p:cNvSpPr>
            <a:spLocks noGrp="1"/>
          </p:cNvSpPr>
          <p:nvPr/>
        </p:nvSpPr>
        <p:spPr>
          <a:xfrm>
            <a:off x="4648200" y="2886075"/>
            <a:ext cx="29337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La API identifica al usuario autenticado y filtra sus datos.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1A7A463-89B4-41B9-A0B4-7251D7FBF5FE}"/>
              </a:ext>
            </a:extLst>
          </p:cNvPr>
          <p:cNvSpPr>
            <a:spLocks noGrp="1"/>
          </p:cNvSpPr>
          <p:nvPr/>
        </p:nvSpPr>
        <p:spPr>
          <a:xfrm>
            <a:off x="8181975" y="2171700"/>
            <a:ext cx="3276600" cy="2686050"/>
          </a:xfrm>
          <a:prstGeom prst="roundRect">
            <a:avLst>
              <a:gd name="adj" fmla="val 283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6D2B6D9-77C9-4217-866A-59D43FB23483}"/>
              </a:ext>
            </a:extLst>
          </p:cNvPr>
          <p:cNvSpPr>
            <a:spLocks noGrp="1"/>
          </p:cNvSpPr>
          <p:nvPr/>
        </p:nvSpPr>
        <p:spPr>
          <a:xfrm>
            <a:off x="8181975" y="2171700"/>
            <a:ext cx="47625" cy="2686050"/>
          </a:xfrm>
          <a:prstGeom prst="rect">
            <a:avLst/>
          </a:prstGeom>
          <a:solidFill>
            <a:srgbClr val="FFC857"/>
          </a:solidFill>
          <a:ln w="0">
            <a:solidFill>
              <a:srgbClr val="FFC857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6FCB3D9-E670-4246-AFE1-F26DDEEE2EF1}"/>
              </a:ext>
            </a:extLst>
          </p:cNvPr>
          <p:cNvSpPr>
            <a:spLocks noGrp="1"/>
          </p:cNvSpPr>
          <p:nvPr/>
        </p:nvSpPr>
        <p:spPr>
          <a:xfrm>
            <a:off x="8372475" y="2314575"/>
            <a:ext cx="2933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809" lnSpcReduction="10000"/>
          </a:bodyPr>
          <a:lstStyle/>
          <a:p>
            <a:pPr algn="l">
              <a:defRPr sz="10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PRIVACIDAD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F73E3345-B305-4DDF-9E14-C3107BF03E50}"/>
              </a:ext>
            </a:extLst>
          </p:cNvPr>
          <p:cNvSpPr>
            <a:spLocks noGrp="1"/>
          </p:cNvSpPr>
          <p:nvPr/>
        </p:nvSpPr>
        <p:spPr>
          <a:xfrm>
            <a:off x="8372475" y="2571750"/>
            <a:ext cx="29337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83" lnSpcReduction="10000"/>
          </a:bodyPr>
          <a:lstStyle/>
          <a:p>
            <a:pPr algn="l">
              <a:defRPr sz="17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Storage privado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15DA5132-F2E2-4209-A9F2-F8926020805B}"/>
              </a:ext>
            </a:extLst>
          </p:cNvPr>
          <p:cNvSpPr>
            <a:spLocks noGrp="1"/>
          </p:cNvSpPr>
          <p:nvPr/>
        </p:nvSpPr>
        <p:spPr>
          <a:xfrm>
            <a:off x="8372475" y="2886075"/>
            <a:ext cx="2933700" cy="1952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Las fotos usan enlaces firmados y las credenciales privilegiadas permanecen en backend.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DFD58CE-55B5-4262-BF5C-03D4F8CC1322}"/>
              </a:ext>
            </a:extLst>
          </p:cNvPr>
          <p:cNvSpPr>
            <a:spLocks noGrp="1"/>
          </p:cNvSpPr>
          <p:nvPr/>
        </p:nvSpPr>
        <p:spPr>
          <a:xfrm>
            <a:off x="800100" y="5305425"/>
            <a:ext cx="103822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La estrategia de verificación incluye pytest, Vitest, Playwright y build de Next.js.</a:t>
            </a:r>
          </a:p>
        </p:txBody>
      </p:sp>
    </p:spTree>
    <p:extLst>
      <p:ext uri="{BB962C8B-B14F-4D97-AF65-F5344CB8AC3E}">
        <p14:creationId xmlns:p14="http://schemas.microsoft.com/office/powerpoint/2010/main" val="30266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777AF081-5D66-4EAE-B796-43F947A1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63AA6E-D288-4E5E-97C3-2450C922E83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Desafíos técnicos y respuestas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4D0C36-17F6-451A-8EDB-3E4C873E2099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Tres riesgos principales guiaron las decisiones técnicas.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2E961053-4F36-4DCC-955C-56BA53693F55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97D79E-DAEA-48FD-BB93-8F8D1F07FC21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DFECD3B-CCC0-4375-893A-D479B50C888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D7B4ADD-17BB-4FC3-B8A3-557FE41248D1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F32F254-F8C7-42C9-9A22-D5B3ECBD9F25}"/>
              </a:ext>
            </a:extLst>
          </p:cNvPr>
          <p:cNvSpPr>
            <a:spLocks noGrp="1"/>
          </p:cNvSpPr>
          <p:nvPr/>
        </p:nvSpPr>
        <p:spPr>
          <a:xfrm>
            <a:off x="933450" y="1762125"/>
            <a:ext cx="238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56" lnSpcReduction="10000"/>
          </a:bodyPr>
          <a:lstStyle/>
          <a:p>
            <a:pPr algn="l">
              <a:defRPr sz="11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DESAFÍO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73577C7-5384-4D51-B742-B4EAEAE6BBAE}"/>
              </a:ext>
            </a:extLst>
          </p:cNvPr>
          <p:cNvSpPr>
            <a:spLocks noGrp="1"/>
          </p:cNvSpPr>
          <p:nvPr/>
        </p:nvSpPr>
        <p:spPr>
          <a:xfrm>
            <a:off x="3943350" y="1762125"/>
            <a:ext cx="266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56" lnSpcReduction="10000"/>
          </a:bodyPr>
          <a:lstStyle/>
          <a:p>
            <a:pPr algn="l">
              <a:defRPr sz="11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4DD550D-0CDC-43D3-AD9E-F4B15B18EADE}"/>
              </a:ext>
            </a:extLst>
          </p:cNvPr>
          <p:cNvSpPr>
            <a:spLocks noGrp="1"/>
          </p:cNvSpPr>
          <p:nvPr/>
        </p:nvSpPr>
        <p:spPr>
          <a:xfrm>
            <a:off x="7524750" y="17621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556" lnSpcReduction="10000"/>
          </a:bodyPr>
          <a:lstStyle/>
          <a:p>
            <a:pPr algn="l">
              <a:defRPr sz="112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RESPUESTA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52638AD-F4F1-43FA-BF5B-840A07492C8E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0706100" cy="102870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7ED388F-492E-4909-9166-21EFF7CF105F}"/>
              </a:ext>
            </a:extLst>
          </p:cNvPr>
          <p:cNvSpPr>
            <a:spLocks noGrp="1"/>
          </p:cNvSpPr>
          <p:nvPr/>
        </p:nvSpPr>
        <p:spPr>
          <a:xfrm>
            <a:off x="942975" y="2266950"/>
            <a:ext cx="2571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Salida del modelo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B809131-300E-4D6F-A062-F1248418317F}"/>
              </a:ext>
            </a:extLst>
          </p:cNvPr>
          <p:cNvSpPr>
            <a:spLocks noGrp="1"/>
          </p:cNvSpPr>
          <p:nvPr/>
        </p:nvSpPr>
        <p:spPr>
          <a:xfrm>
            <a:off x="3952875" y="2266950"/>
            <a:ext cx="3181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JSON inválido o datos inventados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3C2E80C-9667-4D4B-A8A3-271A699BCB3D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71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Prompt acotado, Pydantic y revisión humana.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5FB054A-DA79-4604-8B1D-2AC27ACB1919}"/>
              </a:ext>
            </a:extLst>
          </p:cNvPr>
          <p:cNvSpPr>
            <a:spLocks noGrp="1"/>
          </p:cNvSpPr>
          <p:nvPr/>
        </p:nvSpPr>
        <p:spPr>
          <a:xfrm>
            <a:off x="742950" y="3381375"/>
            <a:ext cx="10706100" cy="102870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844F092-8D62-4012-8C45-D04032761B81}"/>
              </a:ext>
            </a:extLst>
          </p:cNvPr>
          <p:cNvSpPr>
            <a:spLocks noGrp="1"/>
          </p:cNvSpPr>
          <p:nvPr/>
        </p:nvSpPr>
        <p:spPr>
          <a:xfrm>
            <a:off x="942975" y="3571875"/>
            <a:ext cx="2571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Privacidad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88BDFEA-D4A9-41B2-A5EC-BEDCAF9B01D8}"/>
              </a:ext>
            </a:extLst>
          </p:cNvPr>
          <p:cNvSpPr>
            <a:spLocks noGrp="1"/>
          </p:cNvSpPr>
          <p:nvPr/>
        </p:nvSpPr>
        <p:spPr>
          <a:xfrm>
            <a:off x="3952875" y="3571875"/>
            <a:ext cx="3181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Acceso a datos de otra cuenta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4436D91-3A0E-4D43-A112-40274C872875}"/>
              </a:ext>
            </a:extLst>
          </p:cNvPr>
          <p:cNvSpPr>
            <a:spLocks noGrp="1"/>
          </p:cNvSpPr>
          <p:nvPr/>
        </p:nvSpPr>
        <p:spPr>
          <a:xfrm>
            <a:off x="7524750" y="3571875"/>
            <a:ext cx="371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Bearer validado, filtros por usuario y RLS.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BD068C1-878B-4F93-8D44-5240ADA70CED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10706100" cy="1028700"/>
          </a:xfrm>
          <a:prstGeom prst="roundRect">
            <a:avLst>
              <a:gd name="adj" fmla="val 7407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0698398-BAE7-453F-9D33-652DFB5037FB}"/>
              </a:ext>
            </a:extLst>
          </p:cNvPr>
          <p:cNvSpPr>
            <a:spLocks noGrp="1"/>
          </p:cNvSpPr>
          <p:nvPr/>
        </p:nvSpPr>
        <p:spPr>
          <a:xfrm>
            <a:off x="942975" y="4876800"/>
            <a:ext cx="2571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Tiempo de respuesta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1276059-FDE7-4D3A-9FE7-AE4FCD573D06}"/>
              </a:ext>
            </a:extLst>
          </p:cNvPr>
          <p:cNvSpPr>
            <a:spLocks noGrp="1"/>
          </p:cNvSpPr>
          <p:nvPr/>
        </p:nvSpPr>
        <p:spPr>
          <a:xfrm>
            <a:off x="3952875" y="4876800"/>
            <a:ext cx="31813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La generación sincrónica puede demorar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9DE957D-FF7A-444C-8541-288F557C4B79}"/>
              </a:ext>
            </a:extLst>
          </p:cNvPr>
          <p:cNvSpPr>
            <a:spLocks noGrp="1"/>
          </p:cNvSpPr>
          <p:nvPr/>
        </p:nvSpPr>
        <p:spPr>
          <a:xfrm>
            <a:off x="7524750" y="4876800"/>
            <a:ext cx="371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Estados de carga e idempotencia.</a:t>
            </a:r>
          </a:p>
        </p:txBody>
      </p:sp>
    </p:spTree>
    <p:extLst>
      <p:ext uri="{BB962C8B-B14F-4D97-AF65-F5344CB8AC3E}">
        <p14:creationId xmlns:p14="http://schemas.microsoft.com/office/powerpoint/2010/main" val="155255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9CA7960C-ECDE-416E-B656-E6A8EC2901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D9EB050-C62B-4862-A876-BBE8BF1E3E4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Etapa futura: matching de empleos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6A93A1C-913A-4F8F-8D80-E8001A1709C4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El matcher todavía no está implementado en el MVP.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89ACD546-B0A7-4CCF-B5F6-DBC3A0467BBE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BBC3C4-2318-4D8E-885B-D73427064D1E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BCBA692-FBAD-4E0C-B843-8A42F4C1E84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A949543-D1D9-46A1-A24B-DDA1969F6E21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83CFD2E-720A-434A-A302-7FE4FA68F7A0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847850" cy="18669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1C1A2D8-DC6F-4CA5-A91B-D03940B65E70}"/>
              </a:ext>
            </a:extLst>
          </p:cNvPr>
          <p:cNvSpPr>
            <a:spLocks noGrp="1"/>
          </p:cNvSpPr>
          <p:nvPr/>
        </p:nvSpPr>
        <p:spPr>
          <a:xfrm>
            <a:off x="828675" y="2419350"/>
            <a:ext cx="1562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Reunir ofertas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9025257-AE13-45E0-B6B2-D4E26842250F}"/>
              </a:ext>
            </a:extLst>
          </p:cNvPr>
          <p:cNvSpPr>
            <a:spLocks noGrp="1"/>
          </p:cNvSpPr>
          <p:nvPr/>
        </p:nvSpPr>
        <p:spPr>
          <a:xfrm>
            <a:off x="828675" y="2924175"/>
            <a:ext cx="15621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APIs o scraping controlado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3630A2DA-A877-46A8-8B2E-2FA3AF35B9FF}"/>
              </a:ext>
            </a:extLst>
          </p:cNvPr>
          <p:cNvSpPr>
            <a:spLocks noGrp="1"/>
          </p:cNvSpPr>
          <p:nvPr/>
        </p:nvSpPr>
        <p:spPr>
          <a:xfrm>
            <a:off x="2581275" y="2943225"/>
            <a:ext cx="23812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E20325C-F968-426C-851A-94E6A1D8EDA9}"/>
              </a:ext>
            </a:extLst>
          </p:cNvPr>
          <p:cNvSpPr>
            <a:spLocks noGrp="1"/>
          </p:cNvSpPr>
          <p:nvPr/>
        </p:nvSpPr>
        <p:spPr>
          <a:xfrm>
            <a:off x="2924175" y="2171700"/>
            <a:ext cx="1847850" cy="1866900"/>
          </a:xfrm>
          <a:prstGeom prst="roundRect">
            <a:avLst>
              <a:gd name="adj" fmla="val 4124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A8D61F1-B087-416C-ACD9-765C1F625986}"/>
              </a:ext>
            </a:extLst>
          </p:cNvPr>
          <p:cNvSpPr>
            <a:spLocks noGrp="1"/>
          </p:cNvSpPr>
          <p:nvPr/>
        </p:nvSpPr>
        <p:spPr>
          <a:xfrm>
            <a:off x="3067050" y="2419350"/>
            <a:ext cx="1562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Representar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CC82E4F-B8CA-4E5A-A8CE-78CD040881EC}"/>
              </a:ext>
            </a:extLst>
          </p:cNvPr>
          <p:cNvSpPr>
            <a:spLocks noGrp="1"/>
          </p:cNvSpPr>
          <p:nvPr/>
        </p:nvSpPr>
        <p:spPr>
          <a:xfrm>
            <a:off x="3067050" y="2924175"/>
            <a:ext cx="15621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Embeddings de CV y puesto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511499F-B3BB-4F7F-B514-15973BA9AB9C}"/>
              </a:ext>
            </a:extLst>
          </p:cNvPr>
          <p:cNvSpPr>
            <a:spLocks noGrp="1"/>
          </p:cNvSpPr>
          <p:nvPr/>
        </p:nvSpPr>
        <p:spPr>
          <a:xfrm>
            <a:off x="4819650" y="2943225"/>
            <a:ext cx="238125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E092C75-DBBF-4A3B-AE9C-1A626B031CB5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1847850" cy="18669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295F5BD-AB95-4FB3-A88D-A27E3D668F0F}"/>
              </a:ext>
            </a:extLst>
          </p:cNvPr>
          <p:cNvSpPr>
            <a:spLocks noGrp="1"/>
          </p:cNvSpPr>
          <p:nvPr/>
        </p:nvSpPr>
        <p:spPr>
          <a:xfrm>
            <a:off x="5305425" y="2419350"/>
            <a:ext cx="1562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Comparar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D370ED9-E231-43E9-9CC5-4EBCA68F65E0}"/>
              </a:ext>
            </a:extLst>
          </p:cNvPr>
          <p:cNvSpPr>
            <a:spLocks noGrp="1"/>
          </p:cNvSpPr>
          <p:nvPr/>
        </p:nvSpPr>
        <p:spPr>
          <a:xfrm>
            <a:off x="5305425" y="2924175"/>
            <a:ext cx="15621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Similitud semántica con pgvector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278328A8-8693-4FDB-A6AC-4796D37943AA}"/>
              </a:ext>
            </a:extLst>
          </p:cNvPr>
          <p:cNvSpPr>
            <a:spLocks noGrp="1"/>
          </p:cNvSpPr>
          <p:nvPr/>
        </p:nvSpPr>
        <p:spPr>
          <a:xfrm>
            <a:off x="7058025" y="2943225"/>
            <a:ext cx="238125" cy="190500"/>
          </a:xfrm>
          <a:prstGeom prst="rightArrow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5E9B05E-0A10-42F9-BE7B-811A61765133}"/>
              </a:ext>
            </a:extLst>
          </p:cNvPr>
          <p:cNvSpPr>
            <a:spLocks noGrp="1"/>
          </p:cNvSpPr>
          <p:nvPr/>
        </p:nvSpPr>
        <p:spPr>
          <a:xfrm>
            <a:off x="7400925" y="2171700"/>
            <a:ext cx="1847850" cy="1866900"/>
          </a:xfrm>
          <a:prstGeom prst="roundRect">
            <a:avLst>
              <a:gd name="adj" fmla="val 4124"/>
            </a:avLst>
          </a:prstGeom>
          <a:solidFill>
            <a:srgbClr val="123954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8D5EBD3-0D1A-4936-92A5-55511DCE7EE9}"/>
              </a:ext>
            </a:extLst>
          </p:cNvPr>
          <p:cNvSpPr>
            <a:spLocks noGrp="1"/>
          </p:cNvSpPr>
          <p:nvPr/>
        </p:nvSpPr>
        <p:spPr>
          <a:xfrm>
            <a:off x="7543800" y="2419350"/>
            <a:ext cx="1562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9350E17C-3714-454F-A4C4-431FDED26931}"/>
              </a:ext>
            </a:extLst>
          </p:cNvPr>
          <p:cNvSpPr>
            <a:spLocks noGrp="1"/>
          </p:cNvSpPr>
          <p:nvPr/>
        </p:nvSpPr>
        <p:spPr>
          <a:xfrm>
            <a:off x="7543800" y="2924175"/>
            <a:ext cx="15621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Ranking por afinidad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AF298B5-26FE-48F6-9ECD-10D780A81844}"/>
              </a:ext>
            </a:extLst>
          </p:cNvPr>
          <p:cNvSpPr>
            <a:spLocks noGrp="1"/>
          </p:cNvSpPr>
          <p:nvPr/>
        </p:nvSpPr>
        <p:spPr>
          <a:xfrm>
            <a:off x="9296400" y="2943225"/>
            <a:ext cx="238125" cy="190500"/>
          </a:xfrm>
          <a:prstGeom prst="rightArrow">
            <a:avLst/>
          </a:prstGeom>
          <a:solidFill>
            <a:srgbClr val="47D7B0"/>
          </a:solidFill>
          <a:ln w="0">
            <a:solidFill>
              <a:srgbClr val="47D7B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9D27FB1-D7A7-4194-AD2F-CCE2FCF1780E}"/>
              </a:ext>
            </a:extLst>
          </p:cNvPr>
          <p:cNvSpPr>
            <a:spLocks noGrp="1"/>
          </p:cNvSpPr>
          <p:nvPr/>
        </p:nvSpPr>
        <p:spPr>
          <a:xfrm>
            <a:off x="9639300" y="2171700"/>
            <a:ext cx="1847850" cy="1866900"/>
          </a:xfrm>
          <a:prstGeom prst="roundRect">
            <a:avLst>
              <a:gd name="adj" fmla="val 4124"/>
            </a:avLst>
          </a:prstGeom>
          <a:solidFill>
            <a:srgbClr val="0D2B45"/>
          </a:solidFill>
          <a:ln w="9525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0407B8C-5775-46D6-AEE8-B1FE6350E727}"/>
              </a:ext>
            </a:extLst>
          </p:cNvPr>
          <p:cNvSpPr>
            <a:spLocks noGrp="1"/>
          </p:cNvSpPr>
          <p:nvPr/>
        </p:nvSpPr>
        <p:spPr>
          <a:xfrm>
            <a:off x="9782175" y="2419350"/>
            <a:ext cx="15621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05F8716-59AC-432E-AD39-46CDF5A788F2}"/>
              </a:ext>
            </a:extLst>
          </p:cNvPr>
          <p:cNvSpPr>
            <a:spLocks noGrp="1"/>
          </p:cNvSpPr>
          <p:nvPr/>
        </p:nvSpPr>
        <p:spPr>
          <a:xfrm>
            <a:off x="9782175" y="2924175"/>
            <a:ext cx="15621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D2E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2E0EA"/>
                </a:solidFill>
                <a:latin typeface="Arial"/>
                <a:ea typeface="Arial"/>
                <a:cs typeface="Arial"/>
              </a:rPr>
              <a:t>Coincidencias y brechas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AF750409-EAE3-41BE-8CA3-45430E99351E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683" lnSpcReduction="10000"/>
          </a:bodyPr>
          <a:lstStyle/>
          <a:p>
            <a:pPr algn="l">
              <a:defRPr sz="20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Resolvería la dificultad de priorizar puestos y entender qué requisitos coinciden o faltan.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35662F4F-9C3B-46E8-8A1D-5A500ADFE63D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La etapa final requiere ingesta de ofertas, base vectorial y procesamiento asíncrono.</a:t>
            </a:r>
          </a:p>
        </p:txBody>
      </p:sp>
    </p:spTree>
    <p:extLst>
      <p:ext uri="{BB962C8B-B14F-4D97-AF65-F5344CB8AC3E}">
        <p14:creationId xmlns:p14="http://schemas.microsoft.com/office/powerpoint/2010/main" val="239505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D9B5B257-19E2-49FE-85CE-F1E42B251A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8C7F2"/>
          </a:solidFill>
          <a:ln w="0">
            <a:solidFill>
              <a:srgbClr val="28C7F2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D5B6DFF-7899-469F-A65B-7273D26DDDB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810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145"/>
          </a:bodyPr>
          <a:lstStyle/>
          <a:p>
            <a:pPr algn="l">
              <a:defRPr sz="29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CV8 combina IA en el producto y en su desarrollo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FC19574-77F4-4C67-86D8-5A1951CCB50A}"/>
              </a:ext>
            </a:extLst>
          </p:cNvPr>
          <p:cNvSpPr>
            <a:spLocks noGrp="1"/>
          </p:cNvSpPr>
          <p:nvPr/>
        </p:nvSpPr>
        <p:spPr>
          <a:xfrm>
            <a:off x="628650" y="962025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Un MVP funcional hoy y una ruta de evolución hacia el matching laboral.</a:t>
            </a:r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D76990CC-031A-4FAB-8894-B3162BBD798B}"/>
              </a:ext>
            </a:extLst>
          </p:cNvPr>
          <p:cNvSpPr>
            <a:spLocks noGrp="1"/>
          </p:cNvSpPr>
          <p:nvPr/>
        </p:nvSpPr>
        <p:spPr>
          <a:xfrm>
            <a:off x="10972800" y="390525"/>
            <a:ext cx="6286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924" lnSpcReduction="10000"/>
          </a:bodyPr>
          <a:lstStyle/>
          <a:p>
            <a:pPr algn="r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CV8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52744B8-252F-48EF-B92F-46A651A13E4A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02A3162-3E96-4380-A4F8-CAEF2B4374E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59055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l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CV8  |  IA Aplicada  |  UNLaM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72A1379-D2E0-4C19-8E8B-96D2BFE17D19}"/>
              </a:ext>
            </a:extLst>
          </p:cNvPr>
          <p:cNvSpPr>
            <a:spLocks noGrp="1"/>
          </p:cNvSpPr>
          <p:nvPr/>
        </p:nvSpPr>
        <p:spPr>
          <a:xfrm>
            <a:off x="11087100" y="6477000"/>
            <a:ext cx="4953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8526" lnSpcReduction="10000"/>
          </a:bodyPr>
          <a:lstStyle/>
          <a:p>
            <a:pPr algn="r">
              <a:defRPr sz="975" b="0">
                <a:solidFill>
                  <a:srgbClr val="91AFC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1AFC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2072589"/>
            <a:ext cx="2238375" cy="2188947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52AF74C3-D610-49CC-819F-047E82E84254}"/>
              </a:ext>
            </a:extLst>
          </p:cNvPr>
          <p:cNvSpPr>
            <a:spLocks noGrp="1"/>
          </p:cNvSpPr>
          <p:nvPr/>
        </p:nvSpPr>
        <p:spPr>
          <a:xfrm>
            <a:off x="3676650" y="22288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Generación de CV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16161C9-C1A6-4BE0-97DD-1E374B82FA81}"/>
              </a:ext>
            </a:extLst>
          </p:cNvPr>
          <p:cNvSpPr>
            <a:spLocks noGrp="1"/>
          </p:cNvSpPr>
          <p:nvPr/>
        </p:nvSpPr>
        <p:spPr>
          <a:xfrm>
            <a:off x="3676650" y="2714625"/>
            <a:ext cx="6705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Trayectoria estructurada, revisable y exportable.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B69ED5-D8A1-477B-8D18-33D170AAADA3}"/>
              </a:ext>
            </a:extLst>
          </p:cNvPr>
          <p:cNvSpPr>
            <a:spLocks noGrp="1"/>
          </p:cNvSpPr>
          <p:nvPr/>
        </p:nvSpPr>
        <p:spPr>
          <a:xfrm>
            <a:off x="3676650" y="3609975"/>
            <a:ext cx="6953250" cy="19050"/>
          </a:xfrm>
          <a:prstGeom prst="rect">
            <a:avLst/>
          </a:prstGeom>
          <a:solidFill>
            <a:srgbClr val="25435A"/>
          </a:solidFill>
          <a:ln w="0">
            <a:solidFill>
              <a:srgbClr val="25435A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2AF88C1-5678-494F-984D-EB213D0FA833}"/>
              </a:ext>
            </a:extLst>
          </p:cNvPr>
          <p:cNvSpPr>
            <a:spLocks noGrp="1"/>
          </p:cNvSpPr>
          <p:nvPr/>
        </p:nvSpPr>
        <p:spPr>
          <a:xfrm>
            <a:off x="3676650" y="39243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1">
                <a:solidFill>
                  <a:srgbClr val="47D7B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7D7B0"/>
                </a:solidFill>
                <a:latin typeface="Arial"/>
                <a:ea typeface="Arial"/>
                <a:cs typeface="Arial"/>
              </a:rPr>
              <a:t>Desarrollo asistido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DE9681D-7558-4506-8AF2-9426D8B6A0DE}"/>
              </a:ext>
            </a:extLst>
          </p:cNvPr>
          <p:cNvSpPr>
            <a:spLocks noGrp="1"/>
          </p:cNvSpPr>
          <p:nvPr/>
        </p:nvSpPr>
        <p:spPr>
          <a:xfrm>
            <a:off x="3676650" y="4410075"/>
            <a:ext cx="67056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Spec Kit, Copilot, Azure DevOps y Playwright.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125CED9-D22C-4231-AF30-E2C30A383DCA}"/>
              </a:ext>
            </a:extLst>
          </p:cNvPr>
          <p:cNvSpPr>
            <a:spLocks noGrp="1"/>
          </p:cNvSpPr>
          <p:nvPr/>
        </p:nvSpPr>
        <p:spPr>
          <a:xfrm>
            <a:off x="3676650" y="5314950"/>
            <a:ext cx="3048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083" lnSpcReduction="10000"/>
          </a:bodyPr>
          <a:lstStyle/>
          <a:p>
            <a:pPr algn="l">
              <a:defRPr sz="2400" b="1">
                <a:solidFill>
                  <a:srgbClr val="28C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C7F2"/>
                </a:solidFill>
                <a:latin typeface="Arial"/>
                <a:ea typeface="Arial"/>
                <a:cs typeface="Arial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13731258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Microsoft Office PowerPoint</Application>
  <DocSecurity>0</DocSecurity>
  <PresentationFormat>Panorámica</PresentationFormat>
  <Paragraphs>325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Huang</cp:lastModifiedBy>
  <cp:revision>1</cp:revision>
  <dcterms:created xsi:type="dcterms:W3CDTF">2026-10-01T15:48:27Z</dcterms:created>
  <dcterms:modified xsi:type="dcterms:W3CDTF">2026-10-01T17:42:46Z</dcterms:modified>
</cp:coreProperties>
</file>